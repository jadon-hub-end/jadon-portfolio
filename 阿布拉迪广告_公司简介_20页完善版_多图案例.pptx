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2af62728f14db7" /><Relationship Type="http://schemas.openxmlformats.org/officeDocument/2006/relationships/extended-properties" Target="/docProps/app.xml" Id="R8c99e540e71f45bd" /><Relationship Type="http://schemas.openxmlformats.org/officeDocument/2006/relationships/officeDocument" Target="/ppt/presentation.xml" Id="R826630a317e044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d22f9ed28b4644"/>
  </p:sldMasterIdLst>
  <p:notesMasterIdLst>
    <p:notesMasterId xmlns:r="http://schemas.openxmlformats.org/officeDocument/2006/relationships" r:id="Rf454c01d6a9b4586"/>
  </p:notesMasterIdLst>
  <p:sldIdLst>
    <p:sldId xmlns:r="http://schemas.openxmlformats.org/officeDocument/2006/relationships" id="256" r:id="R266c469e72db483b"/>
    <p:sldId xmlns:r="http://schemas.openxmlformats.org/officeDocument/2006/relationships" id="257" r:id="Rcb729be063074d32"/>
    <p:sldId xmlns:r="http://schemas.openxmlformats.org/officeDocument/2006/relationships" id="258" r:id="Rfdf29d62c3034d21"/>
    <p:sldId xmlns:r="http://schemas.openxmlformats.org/officeDocument/2006/relationships" id="259" r:id="R8ed47ae3d48f40e9"/>
    <p:sldId xmlns:r="http://schemas.openxmlformats.org/officeDocument/2006/relationships" id="260" r:id="R8f7eeda706c2435b"/>
    <p:sldId xmlns:r="http://schemas.openxmlformats.org/officeDocument/2006/relationships" id="261" r:id="R4139e03bc2c846ff"/>
    <p:sldId xmlns:r="http://schemas.openxmlformats.org/officeDocument/2006/relationships" id="262" r:id="R3d9dc5b4018e4e8d"/>
    <p:sldId xmlns:r="http://schemas.openxmlformats.org/officeDocument/2006/relationships" id="263" r:id="R30ca87587ef64fc1"/>
    <p:sldId xmlns:r="http://schemas.openxmlformats.org/officeDocument/2006/relationships" id="264" r:id="Ra6e841aad1554b63"/>
    <p:sldId xmlns:r="http://schemas.openxmlformats.org/officeDocument/2006/relationships" id="265" r:id="R7a9968eec3584363"/>
    <p:sldId xmlns:r="http://schemas.openxmlformats.org/officeDocument/2006/relationships" id="266" r:id="R2e7a1cf1f7d84ebb"/>
    <p:sldId xmlns:r="http://schemas.openxmlformats.org/officeDocument/2006/relationships" id="267" r:id="R82131ebe23554c2a"/>
    <p:sldId xmlns:r="http://schemas.openxmlformats.org/officeDocument/2006/relationships" id="268" r:id="R7c68dfd9172b4fd9"/>
    <p:sldId xmlns:r="http://schemas.openxmlformats.org/officeDocument/2006/relationships" id="269" r:id="Rb1f127f3069b4066"/>
    <p:sldId xmlns:r="http://schemas.openxmlformats.org/officeDocument/2006/relationships" id="270" r:id="R059d2296c2ee43cd"/>
    <p:sldId xmlns:r="http://schemas.openxmlformats.org/officeDocument/2006/relationships" id="271" r:id="R4fb5944225a24b8e"/>
    <p:sldId xmlns:r="http://schemas.openxmlformats.org/officeDocument/2006/relationships" id="272" r:id="Rdc3e14d99bf8487c"/>
    <p:sldId xmlns:r="http://schemas.openxmlformats.org/officeDocument/2006/relationships" id="273" r:id="R94f51ad15a9c406c"/>
    <p:sldId xmlns:r="http://schemas.openxmlformats.org/officeDocument/2006/relationships" id="274" r:id="R2b808aa959844339"/>
    <p:sldId xmlns:r="http://schemas.openxmlformats.org/officeDocument/2006/relationships" id="275" r:id="Rb2bd816614f743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378594c58421e" /><Relationship Type="http://schemas.openxmlformats.org/officeDocument/2006/relationships/slideMaster" Target="/ppt/slideMasters/slideMaster1.xml" Id="R72d22f9ed28b4644" /><Relationship Type="http://schemas.openxmlformats.org/officeDocument/2006/relationships/notesMaster" Target="/ppt/notesMasters/notesMaster1.xml" Id="Rf454c01d6a9b4586" /><Relationship Type="http://schemas.openxmlformats.org/officeDocument/2006/relationships/presProps" Target="/ppt/presProps.xml" Id="Rddd3ef1208164fba" /><Relationship Type="http://schemas.openxmlformats.org/officeDocument/2006/relationships/tableStyles" Target="/ppt/tableStyles.xml" Id="R6642d138d77545d7" /><Relationship Type="http://schemas.openxmlformats.org/officeDocument/2006/relationships/slide" Target="/ppt/slides/slide1.xml" Id="R266c469e72db483b" /><Relationship Type="http://schemas.openxmlformats.org/officeDocument/2006/relationships/slide" Target="/ppt/slides/slide2.xml" Id="Rcb729be063074d32" /><Relationship Type="http://schemas.openxmlformats.org/officeDocument/2006/relationships/slide" Target="/ppt/slides/slide3.xml" Id="Rfdf29d62c3034d21" /><Relationship Type="http://schemas.openxmlformats.org/officeDocument/2006/relationships/slide" Target="/ppt/slides/slide4.xml" Id="R8ed47ae3d48f40e9" /><Relationship Type="http://schemas.openxmlformats.org/officeDocument/2006/relationships/slide" Target="/ppt/slides/slide5.xml" Id="R8f7eeda706c2435b" /><Relationship Type="http://schemas.openxmlformats.org/officeDocument/2006/relationships/slide" Target="/ppt/slides/slide6.xml" Id="R4139e03bc2c846ff" /><Relationship Type="http://schemas.openxmlformats.org/officeDocument/2006/relationships/slide" Target="/ppt/slides/slide7.xml" Id="R3d9dc5b4018e4e8d" /><Relationship Type="http://schemas.openxmlformats.org/officeDocument/2006/relationships/slide" Target="/ppt/slides/slide8.xml" Id="R30ca87587ef64fc1" /><Relationship Type="http://schemas.openxmlformats.org/officeDocument/2006/relationships/slide" Target="/ppt/slides/slide9.xml" Id="Ra6e841aad1554b63" /><Relationship Type="http://schemas.openxmlformats.org/officeDocument/2006/relationships/slide" Target="/ppt/slides/slide10.xml" Id="R7a9968eec3584363" /><Relationship Type="http://schemas.openxmlformats.org/officeDocument/2006/relationships/slide" Target="/ppt/slides/slide11.xml" Id="R2e7a1cf1f7d84ebb" /><Relationship Type="http://schemas.openxmlformats.org/officeDocument/2006/relationships/slide" Target="/ppt/slides/slide12.xml" Id="R82131ebe23554c2a" /><Relationship Type="http://schemas.openxmlformats.org/officeDocument/2006/relationships/slide" Target="/ppt/slides/slide13.xml" Id="R7c68dfd9172b4fd9" /><Relationship Type="http://schemas.openxmlformats.org/officeDocument/2006/relationships/slide" Target="/ppt/slides/slide14.xml" Id="Rb1f127f3069b4066" /><Relationship Type="http://schemas.openxmlformats.org/officeDocument/2006/relationships/slide" Target="/ppt/slides/slide15.xml" Id="R059d2296c2ee43cd" /><Relationship Type="http://schemas.openxmlformats.org/officeDocument/2006/relationships/slide" Target="/ppt/slides/slide16.xml" Id="R4fb5944225a24b8e" /><Relationship Type="http://schemas.openxmlformats.org/officeDocument/2006/relationships/slide" Target="/ppt/slides/slide17.xml" Id="Rdc3e14d99bf8487c" /><Relationship Type="http://schemas.openxmlformats.org/officeDocument/2006/relationships/slide" Target="/ppt/slides/slide18.xml" Id="R94f51ad15a9c406c" /><Relationship Type="http://schemas.openxmlformats.org/officeDocument/2006/relationships/slide" Target="/ppt/slides/slide19.xml" Id="R2b808aa959844339" /><Relationship Type="http://schemas.openxmlformats.org/officeDocument/2006/relationships/slide" Target="/ppt/slides/slide20.xml" Id="Rb2bd816614f743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52632a4bb74f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38e516ae44de8" /><Relationship Type="http://schemas.openxmlformats.org/officeDocument/2006/relationships/notesMaster" Target="/ppt/notesMasters/notesMaster1.xml" Id="R3dbbd56e1b2943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7600c03c164793" /><Relationship Type="http://schemas.openxmlformats.org/officeDocument/2006/relationships/notesMaster" Target="/ppt/notesMasters/notesMaster1.xml" Id="Re55c2325e48045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41617729934395" /><Relationship Type="http://schemas.openxmlformats.org/officeDocument/2006/relationships/notesMaster" Target="/ppt/notesMasters/notesMaster1.xml" Id="Rb47e88fa890f42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600b36026c4a68" /><Relationship Type="http://schemas.openxmlformats.org/officeDocument/2006/relationships/notesMaster" Target="/ppt/notesMasters/notesMaster1.xml" Id="Rb4cb28915bd94f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f9b5703def4fb5" /><Relationship Type="http://schemas.openxmlformats.org/officeDocument/2006/relationships/notesMaster" Target="/ppt/notesMasters/notesMaster1.xml" Id="R9eb57d19038547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77e1e452944152" /><Relationship Type="http://schemas.openxmlformats.org/officeDocument/2006/relationships/notesMaster" Target="/ppt/notesMasters/notesMaster1.xml" Id="Racb4c94e97f74c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bdd7e85fc64982" /><Relationship Type="http://schemas.openxmlformats.org/officeDocument/2006/relationships/notesMaster" Target="/ppt/notesMasters/notesMaster1.xml" Id="R31be704fc3bf41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37e594a31147a1" /><Relationship Type="http://schemas.openxmlformats.org/officeDocument/2006/relationships/notesMaster" Target="/ppt/notesMasters/notesMaster1.xml" Id="R8624c06ff58849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46a02502194d83" /><Relationship Type="http://schemas.openxmlformats.org/officeDocument/2006/relationships/notesMaster" Target="/ppt/notesMasters/notesMaster1.xml" Id="R2f6abe7178bd47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024105690146e5" /><Relationship Type="http://schemas.openxmlformats.org/officeDocument/2006/relationships/notesMaster" Target="/ppt/notesMasters/notesMaster1.xml" Id="Rc378724fa78340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31ebdaf40f4e8d" /><Relationship Type="http://schemas.openxmlformats.org/officeDocument/2006/relationships/notesMaster" Target="/ppt/notesMasters/notesMaster1.xml" Id="Rc6e379f5cc8549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ad6014fdf144a0" /><Relationship Type="http://schemas.openxmlformats.org/officeDocument/2006/relationships/notesMaster" Target="/ppt/notesMasters/notesMaster1.xml" Id="Ra76dcce809194b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b16aed9f424b75" /><Relationship Type="http://schemas.openxmlformats.org/officeDocument/2006/relationships/notesMaster" Target="/ppt/notesMasters/notesMaster1.xml" Id="Rc995b97e121e43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a14210ecd048a4" /><Relationship Type="http://schemas.openxmlformats.org/officeDocument/2006/relationships/notesMaster" Target="/ppt/notesMasters/notesMaster1.xml" Id="R2eeb20f165c844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a6a1f352a44a25" /><Relationship Type="http://schemas.openxmlformats.org/officeDocument/2006/relationships/notesMaster" Target="/ppt/notesMasters/notesMaster1.xml" Id="R029afba27ddb41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cfb06603a24af2" /><Relationship Type="http://schemas.openxmlformats.org/officeDocument/2006/relationships/notesMaster" Target="/ppt/notesMasters/notesMaster1.xml" Id="R83aefadd807e49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7ba64964504517" /><Relationship Type="http://schemas.openxmlformats.org/officeDocument/2006/relationships/notesMaster" Target="/ppt/notesMasters/notesMaster1.xml" Id="R96518a86a76443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c9c52b5bf74a14" /><Relationship Type="http://schemas.openxmlformats.org/officeDocument/2006/relationships/notesMaster" Target="/ppt/notesMasters/notesMaster1.xml" Id="R7824d48c711747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ea48d295c3480c" /><Relationship Type="http://schemas.openxmlformats.org/officeDocument/2006/relationships/notesMaster" Target="/ppt/notesMasters/notesMaster1.xml" Id="R84271d4ec10c4d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f4ac9574a24fac" /><Relationship Type="http://schemas.openxmlformats.org/officeDocument/2006/relationships/notesMaster" Target="/ppt/notesMasters/notesMaster1.xml" Id="R53d53e9a529d4d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b364e82a843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f0175add9d4723" /><Relationship Type="http://schemas.openxmlformats.org/officeDocument/2006/relationships/slideLayout" Target="/ppt/slideLayouts/slideLayout1.xml" Id="Rb2a21d31834b4c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21d31834b4c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5d3cb3d684fea" /><Relationship Type="http://schemas.openxmlformats.org/officeDocument/2006/relationships/image" Target="/ppt/media/image.jpeg" Id="R8f2da437d93347d5" /><Relationship Type="http://schemas.openxmlformats.org/officeDocument/2006/relationships/notesSlide" Target="/ppt/notesSlides/notesSlide1.xml" Id="Rc6204f0085e443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6359fd5c04642" /><Relationship Type="http://schemas.openxmlformats.org/officeDocument/2006/relationships/notesSlide" Target="/ppt/notesSlides/notesSlide2.xml" Id="Rd0059c7fe31a40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3413f4e5048ce" /><Relationship Type="http://schemas.openxmlformats.org/officeDocument/2006/relationships/notesSlide" Target="/ppt/notesSlides/notesSlide3.xml" Id="R35e4eb58b0ce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419ca3c114e04" /><Relationship Type="http://schemas.openxmlformats.org/officeDocument/2006/relationships/image" Target="/ppt/media/image2.jpeg" Id="R0ec6f0189b64488f" /><Relationship Type="http://schemas.openxmlformats.org/officeDocument/2006/relationships/notesSlide" Target="/ppt/notesSlides/notesSlide4.xml" Id="R3038549274c14b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2d41313fa4d4e" /><Relationship Type="http://schemas.openxmlformats.org/officeDocument/2006/relationships/notesSlide" Target="/ppt/notesSlides/notesSlide5.xml" Id="Rf1cf464dd1d340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c809496be4cf2" /><Relationship Type="http://schemas.openxmlformats.org/officeDocument/2006/relationships/notesSlide" Target="/ppt/notesSlides/notesSlide6.xml" Id="Rd70a6e6c60d747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95024a1b447b8" /><Relationship Type="http://schemas.openxmlformats.org/officeDocument/2006/relationships/image" Target="/ppt/media/image3.jpeg" Id="Rd877ed99104b4890" /><Relationship Type="http://schemas.openxmlformats.org/officeDocument/2006/relationships/image" Target="/ppt/media/image4.jpeg" Id="Rd349b0f602664202" /><Relationship Type="http://schemas.openxmlformats.org/officeDocument/2006/relationships/notesSlide" Target="/ppt/notesSlides/notesSlide7.xml" Id="Re1eef3ac924648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41f5490594160" /><Relationship Type="http://schemas.openxmlformats.org/officeDocument/2006/relationships/notesSlide" Target="/ppt/notesSlides/notesSlide8.xml" Id="R4b5918913c6b4a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4b355a2f64f75" /><Relationship Type="http://schemas.openxmlformats.org/officeDocument/2006/relationships/notesSlide" Target="/ppt/notesSlides/notesSlide9.xml" Id="R22d8666d916745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ec9794a414cfd" /><Relationship Type="http://schemas.openxmlformats.org/officeDocument/2006/relationships/notesSlide" Target="/ppt/notesSlides/notesSlide10.xml" Id="R12dcb8194f2e49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6aac36a424477" /><Relationship Type="http://schemas.openxmlformats.org/officeDocument/2006/relationships/notesSlide" Target="/ppt/notesSlides/notesSlide11.xml" Id="R7fcbfeb3b2104b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7d5c129f447fe" /><Relationship Type="http://schemas.openxmlformats.org/officeDocument/2006/relationships/image" Target="/ppt/media/image5.jpeg" Id="R55ec467f49ac4d6f" /><Relationship Type="http://schemas.openxmlformats.org/officeDocument/2006/relationships/image" Target="/ppt/media/image6.jpeg" Id="Rb60bd9b3384a4c4c" /><Relationship Type="http://schemas.openxmlformats.org/officeDocument/2006/relationships/image" Target="/ppt/media/image7.jpeg" Id="Rb1ee86bdb1a34187" /><Relationship Type="http://schemas.openxmlformats.org/officeDocument/2006/relationships/notesSlide" Target="/ppt/notesSlides/notesSlide12.xml" Id="Re36c04eb7d224a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3b9d0eeb541b2" /><Relationship Type="http://schemas.openxmlformats.org/officeDocument/2006/relationships/image" Target="/ppt/media/image8.jpeg" Id="R6b7d6f2d73cc4311" /><Relationship Type="http://schemas.openxmlformats.org/officeDocument/2006/relationships/image" Target="/ppt/media/image9.jpeg" Id="R86566e6b5e1149fd" /><Relationship Type="http://schemas.openxmlformats.org/officeDocument/2006/relationships/image" Target="/ppt/media/image10.jpeg" Id="R3af573a0232b4b81" /><Relationship Type="http://schemas.openxmlformats.org/officeDocument/2006/relationships/notesSlide" Target="/ppt/notesSlides/notesSlide13.xml" Id="R4d368fe924e541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7c64addc84373" /><Relationship Type="http://schemas.openxmlformats.org/officeDocument/2006/relationships/image" Target="/ppt/media/image11.jpeg" Id="Ra46a0f6d866c4d18" /><Relationship Type="http://schemas.openxmlformats.org/officeDocument/2006/relationships/image" Target="/ppt/media/image12.jpeg" Id="R11c355e7767949f3" /><Relationship Type="http://schemas.openxmlformats.org/officeDocument/2006/relationships/image" Target="/ppt/media/image13.jpeg" Id="R941c459fc2634605" /><Relationship Type="http://schemas.openxmlformats.org/officeDocument/2006/relationships/notesSlide" Target="/ppt/notesSlides/notesSlide14.xml" Id="Rde665961fd5a4b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dd24735994b8c" /><Relationship Type="http://schemas.openxmlformats.org/officeDocument/2006/relationships/image" Target="/ppt/media/image14.jpeg" Id="Rd5ec2b6ac54b4bdf" /><Relationship Type="http://schemas.openxmlformats.org/officeDocument/2006/relationships/image" Target="/ppt/media/image15.jpeg" Id="R7b28ef3cbbe64029" /><Relationship Type="http://schemas.openxmlformats.org/officeDocument/2006/relationships/image" Target="/ppt/media/image16.jpeg" Id="Rf7a9a7358afe41cd" /><Relationship Type="http://schemas.openxmlformats.org/officeDocument/2006/relationships/notesSlide" Target="/ppt/notesSlides/notesSlide15.xml" Id="Re3febfff1a6b46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e8222ed4b43e9" /><Relationship Type="http://schemas.openxmlformats.org/officeDocument/2006/relationships/image" Target="/ppt/media/image17.jpeg" Id="R623a0a08c3ca41de" /><Relationship Type="http://schemas.openxmlformats.org/officeDocument/2006/relationships/image" Target="/ppt/media/image18.jpeg" Id="R70e68cce66a14a65" /><Relationship Type="http://schemas.openxmlformats.org/officeDocument/2006/relationships/image" Target="/ppt/media/image19.jpeg" Id="Rca14c428f8594d03" /><Relationship Type="http://schemas.openxmlformats.org/officeDocument/2006/relationships/notesSlide" Target="/ppt/notesSlides/notesSlide16.xml" Id="R6cbd819b39d24e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568c00dff4d1c" /><Relationship Type="http://schemas.openxmlformats.org/officeDocument/2006/relationships/image" Target="/ppt/media/image20.jpeg" Id="R2a9ba52fb7274604" /><Relationship Type="http://schemas.openxmlformats.org/officeDocument/2006/relationships/image" Target="/ppt/media/image21.jpeg" Id="R53b65e41b8764423" /><Relationship Type="http://schemas.openxmlformats.org/officeDocument/2006/relationships/image" Target="/ppt/media/image22.jpeg" Id="R1e5cc85bf98d4b55" /><Relationship Type="http://schemas.openxmlformats.org/officeDocument/2006/relationships/notesSlide" Target="/ppt/notesSlides/notesSlide17.xml" Id="R3f77a99b065441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8c113e1064a2e" /><Relationship Type="http://schemas.openxmlformats.org/officeDocument/2006/relationships/image" Target="/ppt/media/image23.jpeg" Id="R31b84045adec4315" /><Relationship Type="http://schemas.openxmlformats.org/officeDocument/2006/relationships/image" Target="/ppt/media/image24.jpeg" Id="R52202b06355842d2" /><Relationship Type="http://schemas.openxmlformats.org/officeDocument/2006/relationships/image" Target="/ppt/media/image25.jpeg" Id="R9cf66fe9dab341d5" /><Relationship Type="http://schemas.openxmlformats.org/officeDocument/2006/relationships/notesSlide" Target="/ppt/notesSlides/notesSlide18.xml" Id="R1eccb1b6600641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9a3e4460a472a" /><Relationship Type="http://schemas.openxmlformats.org/officeDocument/2006/relationships/notesSlide" Target="/ppt/notesSlides/notesSlide19.xml" Id="Rfc5f107bb7eb48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0fd01253f41a0" /><Relationship Type="http://schemas.openxmlformats.org/officeDocument/2006/relationships/notesSlide" Target="/ppt/notesSlides/notesSlide20.xml" Id="Rf64c183bcf9f4b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374085-CF6C-42BD-A532-7DEF1FE4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736A9-B556-4A08-BC74-D06F5B9A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24B"/>
                </a:solidFill>
              </a:defRPr>
            </a:pPr>
            <a:r>
              <a:rPr sz="1950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B2EDD-5970-4E97-8C74-CD36863C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24B"/>
                </a:solidFill>
              </a:defRPr>
            </a:pPr>
            <a:r>
              <a:rPr sz="3600" b="1">
                <a:solidFill>
                  <a:srgbClr val="12324B"/>
                </a:solidFill>
              </a:rPr>
              <a:t>上海阿布拉迪广告有限公司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8180-20BC-4A12-85A1-98F195C6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9A4A"/>
                </a:solidFill>
              </a:defRPr>
            </a:pPr>
            <a:r>
              <a:rPr sz="1200" b="1">
                <a:solidFill>
                  <a:srgbClr val="C49A4A"/>
                </a:solidFill>
              </a:rPr>
              <a:t>SHANGHAI ABRADI ADVERTISING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452BD-435A-4667-AB4D-921C7E03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047"/>
                </a:solidFill>
              </a:defRPr>
            </a:pPr>
            <a:r>
              <a:rPr sz="2025" b="1">
                <a:solidFill>
                  <a:srgbClr val="163047"/>
                </a:solidFill>
              </a:rPr>
              <a:t>数字视觉解决方案提供商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6DA42-CA7F-4A6B-83FC-FF35C142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策略 / 三维动态 / 产品渲染 / AI视觉 / 影像制作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da437d93347d5"/>
          <a:stretch xmlns:a="http://schemas.openxmlformats.org/drawingml/2006/main"/>
        </p:blipFill>
        <p:spPr>
          <a:xfrm xmlns:a="http://schemas.openxmlformats.org/drawingml/2006/main">
            <a:off x="7239000" y="2035969"/>
            <a:ext cx="4953000" cy="2786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2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1BE0B4-E648-43F0-8747-DF526AA6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1DD76-B738-4AE7-B588-AE94D9B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EEA8D-6B6D-489A-B5F1-8F525EA5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CONTENTS / 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5EE2F-9F14-49BF-8B7F-02AA4D2D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42EF3-B6EB-47F1-B6E3-D68A5A5B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让品牌表达，更清晰地被看见。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3EA56-F5AA-4541-8070-79F0B1AF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从能力、行业到项目案例，完整了解阿布拉迪。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D59C4-4DCE-4910-9A69-7F91DA8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01  公司概览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820AF-DBEF-4E23-9C4E-84F353D4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B000C-70B6-4379-BB2A-179266B5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02  核心能力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AC168-E262-4977-B4CB-F47D41E2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81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B5496-2718-491C-9A43-3E2A9ECC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03  服务行业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E0B2B-325D-4C81-A59B-DC893AF7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93CFC-FE05-4312-9149-C03E0910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57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04  合作方式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9FC0F-8512-4AD7-9645-B8112700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862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6F9F9-E257-444E-9A72-C02ED29A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05  项目案例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25AC5-51C8-43BD-BF0B-166B2683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8C346-9958-4E35-A21C-26F738FD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62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06  联系我们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BB742-C6FB-40F8-AD20-AA55A67A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911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3203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E2C1AE-C65C-451F-934F-4DFEB79A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3173C-6BD7-4935-AA5B-F2AC282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4D835-A87E-4FD1-B0F6-B7B4CD4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ABOUT US / 公司概览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3FBB6-5194-4E8F-B251-131B5C82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AC36B-F30D-4A48-B9A2-4A0B718B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专注数字视觉，让价值被准确看见。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1C8ED-1F11-4D35-91C8-C4B326DC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服务品牌传播、产品上市、空间体验与数字内容场景。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CC5E4-70E3-408D-9A70-105E40AC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28FC0-4D4C-43EB-B8F1-1A496995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10+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56DBB-ACF7-498E-A209-9F93946F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年数字视觉制作经验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B09FA-E245-417E-B906-E8669D00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81375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ABFCF-A74B-4806-9F63-68653762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200+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F4D44-FEAB-48D0-B42D-F77DA591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38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品牌服务经验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231DB-B627-48BC-B918-EF137A71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7450E-3178-4F8A-AB82-9AB98A39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3D +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22F92-B1A9-4893-93A0-48C88283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数字视觉能力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AE86F-CA6B-47B1-B8CA-E8C60400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81375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AF1B0-A3A4-491F-B7BF-3CADDC6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FULL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140B5-F782-49A2-B3CC-6C4EE62B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从策略到交付</a:t>
            </a:r>
          </a:p>
        </p:txBody>
      </p:sp>
    </p:spTree>
    <p:extLst>
      <p:ext uri="{BB962C8B-B14F-4D97-AF65-F5344CB8AC3E}">
        <p14:creationId xmlns:p14="http://schemas.microsoft.com/office/powerpoint/2010/main" val="546617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83346-3730-4F1A-9989-2CE06A8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7F685-27D5-41AC-A491-3C27F7DA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B4B31-7A69-4931-88FB-24078B4A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OUR VALUE / 我们的价值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DA22D-ABE9-4B20-BF68-CFFDA69E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184D5-92B9-4796-B543-156EF2B5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一套从判断到落地的视觉服务体系。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5D065-08EE-410B-858A-1DF08270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不做单点装饰，而是建立可持续的品牌感知。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1DCF5-AD0B-4F64-A731-0C4DC414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6F594-A68C-41CA-9C04-F41B8F5B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3714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策略明确品牌方向</a:t>
            </a:r>
          </a:p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视觉建立产品感知</a:t>
            </a:r>
          </a:p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制作确保最终呈现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6f0189b64488f"/>
          <a:stretch xmlns:a="http://schemas.openxmlformats.org/drawingml/2006/main"/>
        </p:blipFill>
        <p:spPr>
          <a:xfrm xmlns:a="http://schemas.openxmlformats.org/drawingml/2006/main">
            <a:off x="6318250" y="2667000"/>
            <a:ext cx="508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28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59557-4C44-4C44-8154-5A8A82DE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4E083-073E-47C9-8BEE-3A5B998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998E8-356F-4600-A8DB-12D56E83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WHAT WE DO / 核心能力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2C6F8-BB0F-4693-B158-4C77F8AF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DD23E-04E8-430E-BB9B-9BE16A98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四类核心能力，服务一次完整表达。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5BE13-310B-49A7-9FAF-1761466C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0AF4C-E46D-4454-BF68-994B1BC3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F9563-F66B-4FF8-BC7B-19EEF281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品牌策略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BC04D-3B6B-4EE2-BF6C-E4BA28D2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定位梳理 / 创意方向 / 视觉系统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8991E-4059-4985-A5E0-78F4D036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292B2-CC34-400D-B287-C197A7BE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F865B-BAED-4245-A195-AC032CEB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产品叙事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843BF-8CB7-4A96-8579-1D729F63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产品价值 / 场景表达 / 材质细节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615F9-AFE2-4E73-874A-9BFE5CC1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52B55-7DBB-413F-8C32-DA1DFB3D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56C21-A99D-4991-B60F-847E40F4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86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数字视觉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124AF-E5CB-4AAC-A223-B54B2138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67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三维动态 / AI视觉 / 影像制作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122C0-D5A3-4BE9-A923-790583A7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338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5148A-3004-4E22-B06C-2C1426B0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05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82686-72DF-473F-A034-BB76D28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86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整合交付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86233-A05F-41CA-ABEA-A3D304E3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67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制作统筹 / 多端适配 / 上线支持</a:t>
            </a:r>
          </a:p>
        </p:txBody>
      </p:sp>
    </p:spTree>
    <p:extLst>
      <p:ext uri="{BB962C8B-B14F-4D97-AF65-F5344CB8AC3E}">
        <p14:creationId xmlns:p14="http://schemas.microsoft.com/office/powerpoint/2010/main" val="519591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847FA5-2457-4DB6-9393-7D642D50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A8307-07B3-4300-BAD4-A2BAA7C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800DB-FED2-4045-8CAF-F19640B6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CAPABILITY 01 / 品牌策略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566C2-C8D7-4112-95C8-1792F9DE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F4FBA-5A6A-41E7-A45E-A9D9411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先做正确判断，再做有效表达。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58968-6ED4-4864-843B-A788A91D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通过定位、洞察与创意方向，为视觉制作建立明确坐标。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83300-6EDB-49B4-80DF-D33D1E9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D35C7-4CC9-4642-A514-6E227F2C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品牌定位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B1F0A-3D9B-4CC8-B096-8A62E3C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明确价值主张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2D04A-7547-4734-9A9B-EC3C8287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AF9D9-4BCD-4150-8CB6-F93D6AE6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创意方向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4E4F4-09D1-4B97-8F13-1FD0E151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14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确定创作原则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8FFAB-1EF0-4210-9E7F-2D54FCAB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7F885-7578-4409-9545-E7E800A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视觉系统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F00B8-6ECF-4E1B-9928-A90AB0F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统一表达语言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68A67-8FDD-4DE2-9C4B-23347FB2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DB15F-8DF4-4A37-BDBC-233332E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传播场景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568EE-4115-4770-B0ED-88CECD0F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匹配使用渠道</a:t>
            </a:r>
          </a:p>
        </p:txBody>
      </p:sp>
    </p:spTree>
    <p:extLst>
      <p:ext uri="{BB962C8B-B14F-4D97-AF65-F5344CB8AC3E}">
        <p14:creationId xmlns:p14="http://schemas.microsoft.com/office/powerpoint/2010/main" val="2131301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48AD3-CD5C-485B-864B-F45C5A5C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27E34-0EE4-41B8-AD28-DFEB20A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B02CD-F848-4069-914C-2A21EFC1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CAPABILITY 02 / 数字视觉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51BEA-A58B-4004-9A30-5A4AB35C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4C11E-839B-45F7-ABE8-7A904123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让产品、空间与技术，成为可感知的体验。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5630F-607C-4F00-BA5E-F1F2EE1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三维动态、产品渲染、AI视觉与影像内容制作。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7ed99104b4890"/>
          <a:stretch xmlns:a="http://schemas.openxmlformats.org/drawingml/2006/main"/>
        </p:blipFill>
        <p:spPr>
          <a:xfrm xmlns:a="http://schemas.openxmlformats.org/drawingml/2006/main">
            <a:off x="641350" y="2857500"/>
            <a:ext cx="5080000" cy="2857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9b0f602664202"/>
          <a:stretch xmlns:a="http://schemas.openxmlformats.org/drawingml/2006/main"/>
        </p:blipFill>
        <p:spPr>
          <a:xfrm xmlns:a="http://schemas.openxmlformats.org/drawingml/2006/main">
            <a:off x="6318250" y="2857500"/>
            <a:ext cx="508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63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CA24D-E2DB-4ECB-AD41-B60EA8DC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FDD17-8019-4D3C-9476-463ACCD0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F11B4-9C73-4642-BBA7-F2523DA7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CAPABILITY 03 / 制作与交付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A10C8-630C-4600-8548-4D96F602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0DE29-4B1C-491E-86FE-4D92BF44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从创意到交付，保持一个项目节奏。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2EBC5-A2E4-4844-9BBF-FB7133B1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由项目负责人统筹内容、视觉、制作与上线适配。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0A479-D953-4204-A8CE-98B20B0A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857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29C86-58A9-48AC-A9D2-3134ADEB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4A"/>
                </a:solidFill>
              </a:defRPr>
            </a:pPr>
            <a:r>
              <a:rPr sz="1125" b="1">
                <a:solidFill>
                  <a:srgbClr val="C49A4A"/>
                </a:solidFill>
              </a:rPr>
              <a:t>CREATIVE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1F094-F5CC-4B5D-96AB-BE65CB97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B"/>
                </a:solidFill>
              </a:defRPr>
            </a:pPr>
            <a:r>
              <a:rPr sz="1350" b="1">
                <a:solidFill>
                  <a:srgbClr val="12324B"/>
                </a:solidFill>
              </a:rPr>
              <a:t>策略 / 概念 / 视觉方向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5BC7F-9880-428A-8837-84790F70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52750"/>
            <a:ext cx="4857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A7E35-E12D-4A7F-9EB7-C504B674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4A"/>
                </a:solidFill>
              </a:defRPr>
            </a:pPr>
            <a:r>
              <a:rPr sz="1125" b="1">
                <a:solidFill>
                  <a:srgbClr val="C49A4A"/>
                </a:solidFill>
              </a:rPr>
              <a:t>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54366-8F06-4187-9C73-BF034053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575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B"/>
                </a:solidFill>
              </a:defRPr>
            </a:pPr>
            <a:r>
              <a:rPr sz="1350" b="1">
                <a:solidFill>
                  <a:srgbClr val="12324B"/>
                </a:solidFill>
              </a:rPr>
              <a:t>三维 / 动态 / AI视觉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F7A98-4C43-4164-872C-9FF5930C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857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854AC-5EB2-4DA0-96BC-D7FB577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4A"/>
                </a:solidFill>
              </a:defRPr>
            </a:pPr>
            <a:r>
              <a:rPr sz="1125" b="1">
                <a:solidFill>
                  <a:srgbClr val="C49A4A"/>
                </a:solidFill>
              </a:rPr>
              <a:t>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F99BB-C004-48BB-8843-4C57A34F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B"/>
                </a:solidFill>
              </a:defRPr>
            </a:pPr>
            <a:r>
              <a:rPr sz="1350" b="1">
                <a:solidFill>
                  <a:srgbClr val="12324B"/>
                </a:solidFill>
              </a:rPr>
              <a:t>导演 / 摄影 / 剪辑制作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8EFF1-E800-4C51-BD9F-545A6CFD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43375"/>
            <a:ext cx="4857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07AC6-7CC0-4996-A9C5-52DDAE18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4A"/>
                </a:solidFill>
              </a:defRPr>
            </a:pPr>
            <a:r>
              <a:rPr sz="1125" b="1">
                <a:solidFill>
                  <a:srgbClr val="C49A4A"/>
                </a:solidFill>
              </a:rPr>
              <a:t>TECH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853EB-3C9D-4309-9957-C0F20B06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B"/>
                </a:solidFill>
              </a:defRPr>
            </a:pPr>
            <a:r>
              <a:rPr sz="1350" b="1">
                <a:solidFill>
                  <a:srgbClr val="12324B"/>
                </a:solidFill>
              </a:rPr>
              <a:t>互动 / 屏幕 / 多端适配</a:t>
            </a:r>
          </a:p>
        </p:txBody>
      </p:sp>
    </p:spTree>
    <p:extLst>
      <p:ext uri="{BB962C8B-B14F-4D97-AF65-F5344CB8AC3E}">
        <p14:creationId xmlns:p14="http://schemas.microsoft.com/office/powerpoint/2010/main" val="1698521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368A3-D151-414E-9088-DB932D4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127C2-8018-4BBF-9D39-11DDEDD1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8A257-6B04-497D-A569-5D5D7091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INDUSTRY COVERAGE / 服务行业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8F7C8-2BCC-4684-98CC-E07EFABF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D481D-E4AE-47B7-9013-551113B1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跨行业理解，回到品牌真实场景。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E3353-306E-428D-BE22-2B97865F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根据品类、受众与传播任务，选择适合的视觉表达方式。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22EA7-C7EF-4AB7-8DB4-42AD8E0A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73DD8-32DC-4984-85C5-595A7777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B"/>
                </a:solidFill>
              </a:defRPr>
            </a:pPr>
            <a:r>
              <a:rPr sz="1500" b="1">
                <a:solidFill>
                  <a:srgbClr val="12324B"/>
                </a:solidFill>
              </a:rPr>
              <a:t>智能家居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6902E-D2CE-4E5F-A595-0ACC604A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卫浴 / 厨电 / 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23363-21E7-4B92-910E-37A92E72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AD31D-7F8E-48C6-BDFF-827E129C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640D0-63BA-426C-9999-DDE7025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86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B"/>
                </a:solidFill>
              </a:defRPr>
            </a:pPr>
            <a:r>
              <a:rPr sz="1500" b="1">
                <a:solidFill>
                  <a:srgbClr val="12324B"/>
                </a:solidFill>
              </a:rPr>
              <a:t>交通出行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0C834-9323-4548-82BF-0DD1D459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轨交 / 汽车 / 工业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B73C5-9750-4212-A557-18A6C4A3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91C2A-9751-4CFD-8E65-7ACDEB45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ABDFA-0CA2-45CE-88C1-19FA702F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86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B"/>
                </a:solidFill>
              </a:defRPr>
            </a:pPr>
            <a:r>
              <a:rPr sz="1500" b="1">
                <a:solidFill>
                  <a:srgbClr val="12324B"/>
                </a:solidFill>
              </a:rPr>
              <a:t>美妆健康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72FBD-A528-41F6-8667-E2D65113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护肤 / 医美 / 科技美容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086CF-FD47-4222-964F-ABAD37DD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52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E1391-FF36-484E-AC92-7E4935DB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8C937-21A7-4789-8656-967F16E0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86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B"/>
                </a:solidFill>
              </a:defRPr>
            </a:pPr>
            <a:r>
              <a:rPr sz="1500" b="1">
                <a:solidFill>
                  <a:srgbClr val="12324B"/>
                </a:solidFill>
              </a:rPr>
              <a:t>消费科技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64056-2D35-4BEC-B84C-50409080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数码 / 硬件 / 新产品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29333-221A-420B-BE00-3F5526FA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52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66981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3C8207-A3F9-43A0-9C3A-59C4E757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7557F-CF22-4BC2-B443-B5560451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551D2-44D8-406A-8CE0-AD3ED20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SELECTED PARTNERS / 合作伙伴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F9833-587E-4529-94BD-B55C5756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BBE63-C48D-49E9-9570-94FE897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合作品牌，覆盖多个国际化产品领域。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B97D5-D9DF-4AB2-B35B-DD38D61E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以下品牌在既有案例素材中出现；完整Logo墙可在取得授权后补充。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2B968-3B82-4FD5-8EC2-B4FCBE17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0F904-F41A-4B37-9279-672384FC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KOHLER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E5F60-F613-48E9-A71F-8939E0F2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A411E-6B51-4029-82DE-CBFDC406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TUBLER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E4BB9-DAD7-42E3-B976-75310799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BFE5E-4E40-4998-9B89-1F39DE84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MESTETIC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CF304-75D9-49AB-92F0-FF073B1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425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F735E-F3ED-4C9D-AF3A-13013766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BRILLIANCE</a:t>
            </a:r>
          </a:p>
        </p:txBody>
      </p:sp>
    </p:spTree>
    <p:extLst>
      <p:ext uri="{BB962C8B-B14F-4D97-AF65-F5344CB8AC3E}">
        <p14:creationId xmlns:p14="http://schemas.microsoft.com/office/powerpoint/2010/main" val="19741673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303BC-4BE5-4B42-BE0F-CEC12A0A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A19E2-7AD2-4C6F-ACA7-A7701E05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C2003-68EA-45F3-B431-AC5F74E4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WORKING PROCESS / 合作流程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A7FB3-9097-450D-8984-643DCB18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E698F-0309-40E7-901E-F500115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让好创意，有一条清晰的落地路径。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6011C-4AB7-47B5-8555-30A3897E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关键节点确认，确保创意、制作与交付保持同一节奏。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D61C3-BA13-43BD-9F51-73B1EF14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1720B-EB8C-4187-B64D-52E15EF6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5689A-2B51-4442-9304-1B7B47C7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DEFINE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16533-C3B2-4C11-B395-ACEC121D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目标 / 受众 / 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B1ABE-5521-49B6-9AD4-A22E36B0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89CBD-CA1D-4B4C-88A8-23D9E01A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36CA-700E-411E-B115-D8794548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DIRECT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7A16E-35B7-4B21-AC30-33AD2D8D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策略 / 概念 / 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EF43B-7F61-42AB-AAEC-2B10B3BF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9ADDF-0BC6-4315-899C-3E21AF7F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33D5F-4F29-4304-B7DB-235B8E1D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MAKE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E7958-14EB-4B1D-A487-017BDEB3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制作 / 打磨 / 把控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B7FCF-CFD2-44F2-A7DE-2C6F0BC4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19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BD4E3-FC37-46B5-8F5A-B55CD3FE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0DA88-589F-4967-A279-0B1F930B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C1864-F282-49FB-B015-6979CEED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958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交付 / 适配 / 上线</a:t>
            </a:r>
          </a:p>
        </p:txBody>
      </p:sp>
    </p:spTree>
    <p:extLst>
      <p:ext uri="{BB962C8B-B14F-4D97-AF65-F5344CB8AC3E}">
        <p14:creationId xmlns:p14="http://schemas.microsoft.com/office/powerpoint/2010/main" val="472291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29178-B30E-48E2-A296-C5D8525B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B9314-2C0A-48D4-8C5C-8E0B3055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1F345-B16E-48B5-BCA6-81636C57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SMART SANITARY / 智能卫浴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1D02F-F0EA-4501-AB46-E3C2CA2E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463B8-9E66-45CD-BCE8-952ACE97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SMART SANITARY / 智能卫浴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8056E-52E6-49A0-B827-1032697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以产品、空间与动态光感，建立可感知的科技体验。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8A4B0-C4B9-402D-8714-60186161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c467f49ac4d6f"/>
          <a:stretch xmlns:a="http://schemas.openxmlformats.org/drawingml/2006/main"/>
        </p:blipFill>
        <p:spPr>
          <a:xfrm xmlns:a="http://schemas.openxmlformats.org/drawingml/2006/main">
            <a:off x="6858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0737A-15A2-4190-A260-13F27AA7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94E52-FCE3-4D4A-A9ED-651445F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bd9b3384a4c4c"/>
          <a:stretch xmlns:a="http://schemas.openxmlformats.org/drawingml/2006/main"/>
        </p:blipFill>
        <p:spPr>
          <a:xfrm xmlns:a="http://schemas.openxmlformats.org/drawingml/2006/main">
            <a:off x="436245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86E7F-65CA-4125-8466-9782D009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9A1B3-FFC3-44A5-B23F-3197031D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e86bdb1a34187"/>
          <a:stretch xmlns:a="http://schemas.openxmlformats.org/drawingml/2006/main"/>
        </p:blipFill>
        <p:spPr>
          <a:xfrm xmlns:a="http://schemas.openxmlformats.org/drawingml/2006/main">
            <a:off x="80391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5B336-3702-4BF5-9E44-892B567B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02304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70EF6-051E-464E-ACB3-C92B3314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F34BA-748F-40E3-9814-E7B3F6B9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AC642-D55B-4F11-A41F-4B328219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KOHLER WATER / 科勒净水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9901C-D7CA-4ED6-8399-5D043BAA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51CE3-F1FA-4CB9-81BB-BC3E34A1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KOHLER WATER / 科勒净水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C24C0-32DA-4012-A882-E6B2ACE6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以清晰的产品细节，传递科技与品质。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3CE4A-2A3A-4ECF-9DAF-AAC14889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d6f2d73cc4311"/>
          <a:stretch xmlns:a="http://schemas.openxmlformats.org/drawingml/2006/main"/>
        </p:blipFill>
        <p:spPr>
          <a:xfrm xmlns:a="http://schemas.openxmlformats.org/drawingml/2006/main">
            <a:off x="6858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47E04-87FB-4084-B654-4CB7AF8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32BD6-1ABE-4148-BB94-5C270D6A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66e6b5e1149fd"/>
          <a:stretch xmlns:a="http://schemas.openxmlformats.org/drawingml/2006/main"/>
        </p:blipFill>
        <p:spPr>
          <a:xfrm xmlns:a="http://schemas.openxmlformats.org/drawingml/2006/main">
            <a:off x="436245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3797D-AE29-44CB-A1BB-F8715C85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2A9DD-4A3A-4264-84D5-FD9FD57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573a0232b4b81"/>
          <a:stretch xmlns:a="http://schemas.openxmlformats.org/drawingml/2006/main"/>
        </p:blipFill>
        <p:spPr>
          <a:xfrm xmlns:a="http://schemas.openxmlformats.org/drawingml/2006/main">
            <a:off x="80391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14ED8-7BE7-4A38-90EE-E80AF2B9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01027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4969D-FC3F-4422-8345-ACD18191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1655C-B9D3-4D8D-A722-451D208A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00BBA-D285-451B-85C9-7F81E575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RAIL TRANSIT / 轨交视觉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36081-2F9A-4800-B7A2-D64F023F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21A12-6F87-4E9B-B495-D0D2068B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RAIL TRANSIT / 轨交视觉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BEFC9-2157-44C3-B9E1-2509D03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以速度、结构与光线建立未来感叙事。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86DCE-4F0E-4DAA-93CE-80BE1F8C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a0f6d866c4d18"/>
          <a:stretch xmlns:a="http://schemas.openxmlformats.org/drawingml/2006/main"/>
        </p:blipFill>
        <p:spPr>
          <a:xfrm xmlns:a="http://schemas.openxmlformats.org/drawingml/2006/main">
            <a:off x="6858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1D4A7-EA01-458C-AA8E-33ABA957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22814-C265-4EF1-843B-795F616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355e7767949f3"/>
          <a:stretch xmlns:a="http://schemas.openxmlformats.org/drawingml/2006/main"/>
        </p:blipFill>
        <p:spPr>
          <a:xfrm xmlns:a="http://schemas.openxmlformats.org/drawingml/2006/main">
            <a:off x="436245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E11AA-5C37-4DFF-9A15-4CAF9193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7B352-C898-4AA0-B078-68A6BCCF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c459fc2634605"/>
          <a:stretch xmlns:a="http://schemas.openxmlformats.org/drawingml/2006/main"/>
        </p:blipFill>
        <p:spPr>
          <a:xfrm xmlns:a="http://schemas.openxmlformats.org/drawingml/2006/main">
            <a:off x="80391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57422-74C0-47BD-AD6A-2761FDA9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5676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1072F-CD0F-4FAE-ADBA-75ABF0F9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17875-6954-4C73-8245-347ECF2E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79894-A808-473A-A4D8-32C2061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BEAUTY VISUAL / 美妆视觉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66B2D-F7D0-40A4-8C66-B184E344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A7E18-50B7-4D08-A8C1-D7A16C4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BEAUTY VISUAL / 美妆视觉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22336-EB6F-45FC-8EE4-DC70948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让功效、质感与场景形成统一品牌感知。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4B1A7-94EE-4BD8-AD4E-3D7F645F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c2b6ac54b4bdf"/>
          <a:stretch xmlns:a="http://schemas.openxmlformats.org/drawingml/2006/main"/>
        </p:blipFill>
        <p:spPr>
          <a:xfrm xmlns:a="http://schemas.openxmlformats.org/drawingml/2006/main">
            <a:off x="6858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FAC68-61A7-4448-9899-3675CB6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8294E-7C0D-491B-B7B7-88FA9862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8ef3cbbe64029"/>
          <a:stretch xmlns:a="http://schemas.openxmlformats.org/drawingml/2006/main"/>
        </p:blipFill>
        <p:spPr>
          <a:xfrm xmlns:a="http://schemas.openxmlformats.org/drawingml/2006/main">
            <a:off x="436245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5E82E-E1B2-4E77-AD52-7DCFBD98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3EB31-C997-4EBC-9C9F-1032C680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9a7358afe41cd"/>
          <a:stretch xmlns:a="http://schemas.openxmlformats.org/drawingml/2006/main"/>
        </p:blipFill>
        <p:spPr>
          <a:xfrm xmlns:a="http://schemas.openxmlformats.org/drawingml/2006/main">
            <a:off x="80391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2F169-5DFD-44F4-B7ED-D1562C13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3530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C8C050-9522-420C-BEE7-5D370E0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53CE6-F8B6-4F18-B97B-2E8221C3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36CBE-F8B8-471B-887D-583AD05A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PRODUCT DETAIL / 龙头项目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0AA99-E8BB-4AEC-97E9-9F49544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E8188-B52D-40B6-94C0-3B32D19A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PRODUCT DETAIL / 龙头项目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F7D16-1DD5-4C70-ABC8-E5510691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用材质、比例与局部细节构建产品价值。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7E260-BFEA-4F07-B07B-FFB346BF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a0a08c3ca41de"/>
          <a:stretch xmlns:a="http://schemas.openxmlformats.org/drawingml/2006/main"/>
        </p:blipFill>
        <p:spPr>
          <a:xfrm xmlns:a="http://schemas.openxmlformats.org/drawingml/2006/main">
            <a:off x="6858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9C7A5-7397-4652-BD13-E28B673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E5D0C-20CC-42C6-B127-87633A7D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68cce66a14a65"/>
          <a:stretch xmlns:a="http://schemas.openxmlformats.org/drawingml/2006/main"/>
        </p:blipFill>
        <p:spPr>
          <a:xfrm xmlns:a="http://schemas.openxmlformats.org/drawingml/2006/main">
            <a:off x="436245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42C6E-8784-46AF-9AC0-E1076664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98D36-93DE-45B8-87E3-790258F0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4c428f8594d03"/>
          <a:stretch xmlns:a="http://schemas.openxmlformats.org/drawingml/2006/main"/>
        </p:blipFill>
        <p:spPr>
          <a:xfrm xmlns:a="http://schemas.openxmlformats.org/drawingml/2006/main">
            <a:off x="80391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1048E-2EEB-4BF1-93E0-6D0DBEE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68528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25354-47EC-4592-AFA4-EEACCE06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A591D-CB17-4337-AA61-682FC480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5DCC0-31D5-4186-B10F-5A7B198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CONSUMER TECH / 智能产品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EF682-A86F-426F-B005-2F64C80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DD6E5-187D-4067-A2BB-E8E8F8D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CONSUMER TECH / 智能产品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39BBE-3301-4D45-AEC1-50B2681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用数字化表达呈现产品技术与使用体验。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C60F0-6C7C-4BF7-8E33-800AEF7A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ba52fb7274604"/>
          <a:stretch xmlns:a="http://schemas.openxmlformats.org/drawingml/2006/main"/>
        </p:blipFill>
        <p:spPr>
          <a:xfrm xmlns:a="http://schemas.openxmlformats.org/drawingml/2006/main">
            <a:off x="6858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B896F-0B81-43A6-BE58-18C7A834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E2ACF-34A8-4795-B77C-D0B8FEB7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65e41b8764423"/>
          <a:stretch xmlns:a="http://schemas.openxmlformats.org/drawingml/2006/main"/>
        </p:blipFill>
        <p:spPr>
          <a:xfrm xmlns:a="http://schemas.openxmlformats.org/drawingml/2006/main">
            <a:off x="436245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AFEF0-8F05-4AF7-8E94-32D0213E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56A60-8B9C-42AE-B147-4E4027EB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cc85bf98d4b55"/>
          <a:stretch xmlns:a="http://schemas.openxmlformats.org/drawingml/2006/main"/>
        </p:blipFill>
        <p:spPr>
          <a:xfrm xmlns:a="http://schemas.openxmlformats.org/drawingml/2006/main">
            <a:off x="80391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0E335-2ED9-4C95-97D3-9DD426A5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01809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A9E9AA-74C7-4FC0-B641-5E84372A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957BB-C470-4F47-91F4-CC7B102F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580C2-EA37-4557-BD3C-2778F4E6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HOME AESTHETIC / 家居美学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E9324-1376-4A98-81D4-BAA5DF1C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B74D8-384B-40AD-AD98-2601E8E4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HOME AESTHETIC / 家居美学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34798-72FA-4D67-9CF0-FC04207D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用空间场景连接产品、生活与品牌感受。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EE8EA-3D68-494E-8FFC-E1DEF3C0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84045adec4315"/>
          <a:stretch xmlns:a="http://schemas.openxmlformats.org/drawingml/2006/main"/>
        </p:blipFill>
        <p:spPr>
          <a:xfrm xmlns:a="http://schemas.openxmlformats.org/drawingml/2006/main">
            <a:off x="6858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6F216-C114-42D0-BE74-63F9ECA3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BADD5-A814-4396-8F5E-98BC44BA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02b06355842d2"/>
          <a:stretch xmlns:a="http://schemas.openxmlformats.org/drawingml/2006/main"/>
        </p:blipFill>
        <p:spPr>
          <a:xfrm xmlns:a="http://schemas.openxmlformats.org/drawingml/2006/main">
            <a:off x="436245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9714B-FA65-4FA7-A240-C5D128EE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3E7F8-A7AE-44B0-93C0-5DE71A99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66fe9dab341d5"/>
          <a:stretch xmlns:a="http://schemas.openxmlformats.org/drawingml/2006/main"/>
        </p:blipFill>
        <p:spPr>
          <a:xfrm xmlns:a="http://schemas.openxmlformats.org/drawingml/2006/main">
            <a:off x="8039100" y="3221831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040B7-3311-4AB0-A6C2-FFE60B1E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34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51515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79F3A6-0183-4EA2-ADE6-5442AC75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DAD09-A6FB-439D-AD6C-0BD86AE3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31168-C952-4481-8352-E5B20D01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TEAM &amp; NETWORK / 团队与资源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05F3A-D782-459D-BBAC-84A43FC4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B8907-1B67-4D9A-ACEF-F2A8FD35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核心团队统筹，专业资源协同。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41981-9036-499C-B7EC-14FAB6D2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为每个项目匹配创意、三维、影像、后期与技术能力。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754A5-2B46-402C-9CC2-F2DAC3A1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6AC38-8FE3-43CB-A1C5-5B39A16C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创意策略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FE537-DA46-4A84-83B1-4EA60DE6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方向与概念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AECB3-7A81-4224-8762-6C0A17F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D153F-0E1A-4760-9146-BFB2ED82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三维动态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1ACE9-B836-4FC4-B96C-9346D8D2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视觉与动画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6E756-B0BF-4D43-BA06-0517FB2B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22F53-40BF-4590-A17B-533D7128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影像内容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4FA81-161B-4D32-99D0-0E3AB070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拍摄与剪辑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AC5BB-3B94-4015-A0A2-20CEEF3F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9E721-D05B-4EEF-884D-E33BC7CE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项目管理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EF93D-8935-4204-BA8E-54622A43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统筹与交付</a:t>
            </a:r>
          </a:p>
        </p:txBody>
      </p:sp>
    </p:spTree>
    <p:extLst>
      <p:ext uri="{BB962C8B-B14F-4D97-AF65-F5344CB8AC3E}">
        <p14:creationId xmlns:p14="http://schemas.microsoft.com/office/powerpoint/2010/main" val="17179558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DA4D96-9379-4AE5-946E-DD5FBE44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7FBD2-57D7-4A82-BE0F-0CAE39A8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24B"/>
                </a:solidFill>
              </a:defRPr>
            </a:pPr>
            <a:r>
              <a:rPr sz="2100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B84D9-3291-45CE-9134-2EFF1ACA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24B"/>
                </a:solidFill>
              </a:defRPr>
            </a:pPr>
            <a:r>
              <a:rPr sz="3150" b="1">
                <a:solidFill>
                  <a:srgbClr val="12324B"/>
                </a:solidFill>
              </a:rPr>
              <a:t>让每一次表达，</a:t>
            </a:r>
          </a:p>
          <a:p xmlns:a="http://schemas.openxmlformats.org/drawingml/2006/main">
            <a:pPr algn="l">
              <a:defRPr sz="3150" b="1">
                <a:solidFill>
                  <a:srgbClr val="12324B"/>
                </a:solidFill>
              </a:defRPr>
            </a:pPr>
            <a:r>
              <a:rPr sz="3150" b="1">
                <a:solidFill>
                  <a:srgbClr val="12324B"/>
                </a:solidFill>
              </a:rPr>
              <a:t>成为品牌被记住的理由。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5272A-BE5F-4168-8106-DE7DEEDB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047"/>
                </a:solidFill>
              </a:defRPr>
            </a:pPr>
            <a:r>
              <a:rPr sz="1500" b="1">
                <a:solidFill>
                  <a:srgbClr val="163047"/>
                </a:solidFill>
              </a:rPr>
              <a:t>上海阿布拉迪广告有限公司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CA6EE-55FB-45EC-9161-C8DFA69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486"/>
                </a:solidFill>
              </a:defRPr>
            </a:pPr>
            <a:r>
              <a:rPr sz="1050" b="1">
                <a:solidFill>
                  <a:srgbClr val="607486"/>
                </a:solidFill>
              </a:rPr>
              <a:t>电话  /  TEL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5DB86-D317-4BCE-B111-9282567E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150 0183 4029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E0A90-497F-47C5-8051-AE547390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486"/>
                </a:solidFill>
              </a:defRPr>
            </a:pPr>
            <a:r>
              <a:rPr sz="1050" b="1">
                <a:solidFill>
                  <a:srgbClr val="607486"/>
                </a:solidFill>
              </a:rPr>
              <a:t>邮箱  /  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6EE49-88B2-4C06-8FC6-41806AB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abld@abuladi.cn</a:t>
            </a:r>
          </a:p>
        </p:txBody>
      </p:sp>
    </p:spTree>
    <p:extLst>
      <p:ext uri="{BB962C8B-B14F-4D97-AF65-F5344CB8AC3E}">
        <p14:creationId xmlns:p14="http://schemas.microsoft.com/office/powerpoint/2010/main" val="2011725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2026-07-16T04:10:05.0220000Z</dcterms:created>
  <dcterms:modified xsi:type="dcterms:W3CDTF">2026-07-16T04:10:05.0220000Z</dcterms:modified>
</coreProperties>
</file>