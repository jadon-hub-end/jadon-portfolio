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8fc27332834fe4" /><Relationship Type="http://schemas.openxmlformats.org/officeDocument/2006/relationships/extended-properties" Target="/docProps/app.xml" Id="R23ba59d91be440dc" /><Relationship Type="http://schemas.openxmlformats.org/officeDocument/2006/relationships/officeDocument" Target="/ppt/presentation.xml" Id="R65259f3670944e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8721e891c5498f"/>
  </p:sldMasterIdLst>
  <p:notesMasterIdLst>
    <p:notesMasterId xmlns:r="http://schemas.openxmlformats.org/officeDocument/2006/relationships" r:id="Re94236f45f6e490f"/>
  </p:notesMasterIdLst>
  <p:sldIdLst>
    <p:sldId xmlns:r="http://schemas.openxmlformats.org/officeDocument/2006/relationships" id="256" r:id="R5a68e783d8514715"/>
    <p:sldId xmlns:r="http://schemas.openxmlformats.org/officeDocument/2006/relationships" id="257" r:id="Rd999e3d708ff420d"/>
    <p:sldId xmlns:r="http://schemas.openxmlformats.org/officeDocument/2006/relationships" id="258" r:id="Rf04a99211a084365"/>
    <p:sldId xmlns:r="http://schemas.openxmlformats.org/officeDocument/2006/relationships" id="259" r:id="Re40e82c3bde148bb"/>
    <p:sldId xmlns:r="http://schemas.openxmlformats.org/officeDocument/2006/relationships" id="260" r:id="R4dbb6a79a4154641"/>
    <p:sldId xmlns:r="http://schemas.openxmlformats.org/officeDocument/2006/relationships" id="261" r:id="Rd260c8de5a584709"/>
    <p:sldId xmlns:r="http://schemas.openxmlformats.org/officeDocument/2006/relationships" id="262" r:id="Rb51c5ea246c34bb5"/>
    <p:sldId xmlns:r="http://schemas.openxmlformats.org/officeDocument/2006/relationships" id="263" r:id="R864ffbb115a94e11"/>
    <p:sldId xmlns:r="http://schemas.openxmlformats.org/officeDocument/2006/relationships" id="264" r:id="R3ac1549826b148ef"/>
    <p:sldId xmlns:r="http://schemas.openxmlformats.org/officeDocument/2006/relationships" id="265" r:id="R47ee3202c0354572"/>
    <p:sldId xmlns:r="http://schemas.openxmlformats.org/officeDocument/2006/relationships" id="266" r:id="Rd5c645578bfd46f0"/>
    <p:sldId xmlns:r="http://schemas.openxmlformats.org/officeDocument/2006/relationships" id="267" r:id="R41ad7b728bee4ae8"/>
    <p:sldId xmlns:r="http://schemas.openxmlformats.org/officeDocument/2006/relationships" id="268" r:id="R8b609d5dbae3408b"/>
    <p:sldId xmlns:r="http://schemas.openxmlformats.org/officeDocument/2006/relationships" id="269" r:id="Rd39db84f6bd246dc"/>
    <p:sldId xmlns:r="http://schemas.openxmlformats.org/officeDocument/2006/relationships" id="270" r:id="Ra531a81306bc4f85"/>
    <p:sldId xmlns:r="http://schemas.openxmlformats.org/officeDocument/2006/relationships" id="271" r:id="Ra1358798737f47ab"/>
    <p:sldId xmlns:r="http://schemas.openxmlformats.org/officeDocument/2006/relationships" id="272" r:id="R19327ea5ce3941ba"/>
    <p:sldId xmlns:r="http://schemas.openxmlformats.org/officeDocument/2006/relationships" id="273" r:id="Rdd9f9c9fb184479a"/>
    <p:sldId xmlns:r="http://schemas.openxmlformats.org/officeDocument/2006/relationships" id="274" r:id="R87b1d0c561fa4dfd"/>
    <p:sldId xmlns:r="http://schemas.openxmlformats.org/officeDocument/2006/relationships" id="275" r:id="R3f41543fef894a6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ee751fad0a49f9" /><Relationship Type="http://schemas.openxmlformats.org/officeDocument/2006/relationships/slideMaster" Target="/ppt/slideMasters/slideMaster1.xml" Id="R1c8721e891c5498f" /><Relationship Type="http://schemas.openxmlformats.org/officeDocument/2006/relationships/notesMaster" Target="/ppt/notesMasters/notesMaster1.xml" Id="Re94236f45f6e490f" /><Relationship Type="http://schemas.openxmlformats.org/officeDocument/2006/relationships/presProps" Target="/ppt/presProps.xml" Id="R7f4d1a7fbe7d48dd" /><Relationship Type="http://schemas.openxmlformats.org/officeDocument/2006/relationships/tableStyles" Target="/ppt/tableStyles.xml" Id="Rbd8f7ffb1e4d41d8" /><Relationship Type="http://schemas.openxmlformats.org/officeDocument/2006/relationships/slide" Target="/ppt/slides/slide1.xml" Id="R5a68e783d8514715" /><Relationship Type="http://schemas.openxmlformats.org/officeDocument/2006/relationships/slide" Target="/ppt/slides/slide2.xml" Id="Rd999e3d708ff420d" /><Relationship Type="http://schemas.openxmlformats.org/officeDocument/2006/relationships/slide" Target="/ppt/slides/slide3.xml" Id="Rf04a99211a084365" /><Relationship Type="http://schemas.openxmlformats.org/officeDocument/2006/relationships/slide" Target="/ppt/slides/slide4.xml" Id="Re40e82c3bde148bb" /><Relationship Type="http://schemas.openxmlformats.org/officeDocument/2006/relationships/slide" Target="/ppt/slides/slide5.xml" Id="R4dbb6a79a4154641" /><Relationship Type="http://schemas.openxmlformats.org/officeDocument/2006/relationships/slide" Target="/ppt/slides/slide6.xml" Id="Rd260c8de5a584709" /><Relationship Type="http://schemas.openxmlformats.org/officeDocument/2006/relationships/slide" Target="/ppt/slides/slide7.xml" Id="Rb51c5ea246c34bb5" /><Relationship Type="http://schemas.openxmlformats.org/officeDocument/2006/relationships/slide" Target="/ppt/slides/slide8.xml" Id="R864ffbb115a94e11" /><Relationship Type="http://schemas.openxmlformats.org/officeDocument/2006/relationships/slide" Target="/ppt/slides/slide9.xml" Id="R3ac1549826b148ef" /><Relationship Type="http://schemas.openxmlformats.org/officeDocument/2006/relationships/slide" Target="/ppt/slides/slide10.xml" Id="R47ee3202c0354572" /><Relationship Type="http://schemas.openxmlformats.org/officeDocument/2006/relationships/slide" Target="/ppt/slides/slide11.xml" Id="Rd5c645578bfd46f0" /><Relationship Type="http://schemas.openxmlformats.org/officeDocument/2006/relationships/slide" Target="/ppt/slides/slide12.xml" Id="R41ad7b728bee4ae8" /><Relationship Type="http://schemas.openxmlformats.org/officeDocument/2006/relationships/slide" Target="/ppt/slides/slide13.xml" Id="R8b609d5dbae3408b" /><Relationship Type="http://schemas.openxmlformats.org/officeDocument/2006/relationships/slide" Target="/ppt/slides/slide14.xml" Id="Rd39db84f6bd246dc" /><Relationship Type="http://schemas.openxmlformats.org/officeDocument/2006/relationships/slide" Target="/ppt/slides/slide15.xml" Id="Ra531a81306bc4f85" /><Relationship Type="http://schemas.openxmlformats.org/officeDocument/2006/relationships/slide" Target="/ppt/slides/slide16.xml" Id="Ra1358798737f47ab" /><Relationship Type="http://schemas.openxmlformats.org/officeDocument/2006/relationships/slide" Target="/ppt/slides/slide17.xml" Id="R19327ea5ce3941ba" /><Relationship Type="http://schemas.openxmlformats.org/officeDocument/2006/relationships/slide" Target="/ppt/slides/slide18.xml" Id="Rdd9f9c9fb184479a" /><Relationship Type="http://schemas.openxmlformats.org/officeDocument/2006/relationships/slide" Target="/ppt/slides/slide19.xml" Id="R87b1d0c561fa4dfd" /><Relationship Type="http://schemas.openxmlformats.org/officeDocument/2006/relationships/slide" Target="/ppt/slides/slide20.xml" Id="R3f41543fef894a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2c1b069dfb43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b0417995ec4187" /><Relationship Type="http://schemas.openxmlformats.org/officeDocument/2006/relationships/notesMaster" Target="/ppt/notesMasters/notesMaster1.xml" Id="Rb0f102b238ea43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3ed0f69b6348d6" /><Relationship Type="http://schemas.openxmlformats.org/officeDocument/2006/relationships/notesMaster" Target="/ppt/notesMasters/notesMaster1.xml" Id="R9e6a900405cb46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3de237b1d7477e" /><Relationship Type="http://schemas.openxmlformats.org/officeDocument/2006/relationships/notesMaster" Target="/ppt/notesMasters/notesMaster1.xml" Id="R68bfa5f9c9c94e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4b046c56884da6" /><Relationship Type="http://schemas.openxmlformats.org/officeDocument/2006/relationships/notesMaster" Target="/ppt/notesMasters/notesMaster1.xml" Id="R2238c9c4d43b41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38c6961cd94ab4" /><Relationship Type="http://schemas.openxmlformats.org/officeDocument/2006/relationships/notesMaster" Target="/ppt/notesMasters/notesMaster1.xml" Id="Rc14dd565642b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aebe7cb8ec4bc9" /><Relationship Type="http://schemas.openxmlformats.org/officeDocument/2006/relationships/notesMaster" Target="/ppt/notesMasters/notesMaster1.xml" Id="Rfe733b9e369844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414259cda40f7" /><Relationship Type="http://schemas.openxmlformats.org/officeDocument/2006/relationships/notesMaster" Target="/ppt/notesMasters/notesMaster1.xml" Id="Ra1ba5682e94e43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7d59cd5204e44" /><Relationship Type="http://schemas.openxmlformats.org/officeDocument/2006/relationships/notesMaster" Target="/ppt/notesMasters/notesMaster1.xml" Id="Rd01992b759a04b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b98d6bf824da3" /><Relationship Type="http://schemas.openxmlformats.org/officeDocument/2006/relationships/notesMaster" Target="/ppt/notesMasters/notesMaster1.xml" Id="R075b2ca6a42442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822d73e0ff4694" /><Relationship Type="http://schemas.openxmlformats.org/officeDocument/2006/relationships/notesMaster" Target="/ppt/notesMasters/notesMaster1.xml" Id="R920f401ffa4c4d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6b6081052d466a" /><Relationship Type="http://schemas.openxmlformats.org/officeDocument/2006/relationships/notesMaster" Target="/ppt/notesMasters/notesMaster1.xml" Id="R369176d5022a4d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684b57e4334594" /><Relationship Type="http://schemas.openxmlformats.org/officeDocument/2006/relationships/notesMaster" Target="/ppt/notesMasters/notesMaster1.xml" Id="Rb26d5231f79542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5ed8b0f3c5481f" /><Relationship Type="http://schemas.openxmlformats.org/officeDocument/2006/relationships/notesMaster" Target="/ppt/notesMasters/notesMaster1.xml" Id="R14076f42c6b440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47cce6af464a26" /><Relationship Type="http://schemas.openxmlformats.org/officeDocument/2006/relationships/notesMaster" Target="/ppt/notesMasters/notesMaster1.xml" Id="R21014ac18dfe48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75f383d5ab84dca" /><Relationship Type="http://schemas.openxmlformats.org/officeDocument/2006/relationships/notesMaster" Target="/ppt/notesMasters/notesMaster1.xml" Id="R730883fdfdf341f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b244aadb324df3" /><Relationship Type="http://schemas.openxmlformats.org/officeDocument/2006/relationships/notesMaster" Target="/ppt/notesMasters/notesMaster1.xml" Id="R7c85e5bb09d645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a3f500d8e554306" /><Relationship Type="http://schemas.openxmlformats.org/officeDocument/2006/relationships/notesMaster" Target="/ppt/notesMasters/notesMaster1.xml" Id="R924e67331d4c4e1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a6512caeb57443e" /><Relationship Type="http://schemas.openxmlformats.org/officeDocument/2006/relationships/notesMaster" Target="/ppt/notesMasters/notesMaster1.xml" Id="R19b5b5191d60448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63d5a1f6ebd47ec" /><Relationship Type="http://schemas.openxmlformats.org/officeDocument/2006/relationships/notesMaster" Target="/ppt/notesMasters/notesMaster1.xml" Id="Ra0d4aa93eeb34c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6360fb0ea4d4311" /><Relationship Type="http://schemas.openxmlformats.org/officeDocument/2006/relationships/notesMaster" Target="/ppt/notesMasters/notesMaster1.xml" Id="Ra68b7de06998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a1f138c6e46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8924124f4d48e1" /><Relationship Type="http://schemas.openxmlformats.org/officeDocument/2006/relationships/slideLayout" Target="/ppt/slideLayouts/slideLayout1.xml" Id="R20e1dfb61e9743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e1dfb61e9743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fb96028f14f2d" /><Relationship Type="http://schemas.openxmlformats.org/officeDocument/2006/relationships/image" Target="/ppt/media/image.jpeg" Id="Rd956767d303a47d3" /><Relationship Type="http://schemas.openxmlformats.org/officeDocument/2006/relationships/notesSlide" Target="/ppt/notesSlides/notesSlide1.xml" Id="Rbb59625aba1a49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ad0c5851b4d24" /><Relationship Type="http://schemas.openxmlformats.org/officeDocument/2006/relationships/notesSlide" Target="/ppt/notesSlides/notesSlide2.xml" Id="Rb4ee5db5e9b045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d402452b24c42" /><Relationship Type="http://schemas.openxmlformats.org/officeDocument/2006/relationships/notesSlide" Target="/ppt/notesSlides/notesSlide3.xml" Id="Rf25ea32bb0db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54472c51245a6" /><Relationship Type="http://schemas.openxmlformats.org/officeDocument/2006/relationships/image" Target="/ppt/media/image2.jpeg" Id="Rd50ecc150143429a" /><Relationship Type="http://schemas.openxmlformats.org/officeDocument/2006/relationships/notesSlide" Target="/ppt/notesSlides/notesSlide4.xml" Id="R0f11a17730e24f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bbca02adae43dc" /><Relationship Type="http://schemas.openxmlformats.org/officeDocument/2006/relationships/notesSlide" Target="/ppt/notesSlides/notesSlide5.xml" Id="R76fad334da1a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f9e7af4814778" /><Relationship Type="http://schemas.openxmlformats.org/officeDocument/2006/relationships/notesSlide" Target="/ppt/notesSlides/notesSlide6.xml" Id="R9a7e9843632e45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a52a80d7d4bfa" /><Relationship Type="http://schemas.openxmlformats.org/officeDocument/2006/relationships/image" Target="/ppt/media/image3.jpeg" Id="R78a83350292a4709" /><Relationship Type="http://schemas.openxmlformats.org/officeDocument/2006/relationships/image" Target="/ppt/media/image4.jpeg" Id="Rfb8fb307d9524a81" /><Relationship Type="http://schemas.openxmlformats.org/officeDocument/2006/relationships/notesSlide" Target="/ppt/notesSlides/notesSlide7.xml" Id="R6fb2971c92ec4e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aec0b61254ed7" /><Relationship Type="http://schemas.openxmlformats.org/officeDocument/2006/relationships/notesSlide" Target="/ppt/notesSlides/notesSlide8.xml" Id="R09b6b83b5c4940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af378463242d5" /><Relationship Type="http://schemas.openxmlformats.org/officeDocument/2006/relationships/notesSlide" Target="/ppt/notesSlides/notesSlide9.xml" Id="R945a5e6ad27349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c84dd098444d6" /><Relationship Type="http://schemas.openxmlformats.org/officeDocument/2006/relationships/notesSlide" Target="/ppt/notesSlides/notesSlide10.xml" Id="R858965a9edd946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9c55a50294e4c" /><Relationship Type="http://schemas.openxmlformats.org/officeDocument/2006/relationships/notesSlide" Target="/ppt/notesSlides/notesSlide11.xml" Id="Rbd959229ee6a4b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9fb715dc7441f" /><Relationship Type="http://schemas.openxmlformats.org/officeDocument/2006/relationships/image" Target="/ppt/media/image5.jpeg" Id="Rfbce9f18c23d4c9c" /><Relationship Type="http://schemas.openxmlformats.org/officeDocument/2006/relationships/notesSlide" Target="/ppt/notesSlides/notesSlide12.xml" Id="R4a690311a9fe48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4625ad90f4c02" /><Relationship Type="http://schemas.openxmlformats.org/officeDocument/2006/relationships/image" Target="/ppt/media/image6.jpeg" Id="R30d837affa1d4846" /><Relationship Type="http://schemas.openxmlformats.org/officeDocument/2006/relationships/notesSlide" Target="/ppt/notesSlides/notesSlide13.xml" Id="R459194e9ae194c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f51bcd3394b29" /><Relationship Type="http://schemas.openxmlformats.org/officeDocument/2006/relationships/image" Target="/ppt/media/image7.jpeg" Id="R303c7184ebdd4f42" /><Relationship Type="http://schemas.openxmlformats.org/officeDocument/2006/relationships/notesSlide" Target="/ppt/notesSlides/notesSlide14.xml" Id="Radf98185971c49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33510a5bc4d73" /><Relationship Type="http://schemas.openxmlformats.org/officeDocument/2006/relationships/image" Target="/ppt/media/image8.jpeg" Id="Re80b9f2809fc4415" /><Relationship Type="http://schemas.openxmlformats.org/officeDocument/2006/relationships/notesSlide" Target="/ppt/notesSlides/notesSlide15.xml" Id="Rf2ff2795556241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25465ff734a42" /><Relationship Type="http://schemas.openxmlformats.org/officeDocument/2006/relationships/image" Target="/ppt/media/image9.jpeg" Id="Rb1818632a00542eb" /><Relationship Type="http://schemas.openxmlformats.org/officeDocument/2006/relationships/notesSlide" Target="/ppt/notesSlides/notesSlide16.xml" Id="R67872b8cd5fa4c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55876f10c4fd3" /><Relationship Type="http://schemas.openxmlformats.org/officeDocument/2006/relationships/image" Target="/ppt/media/image10.jpeg" Id="R04c056cdb33c4955" /><Relationship Type="http://schemas.openxmlformats.org/officeDocument/2006/relationships/notesSlide" Target="/ppt/notesSlides/notesSlide17.xml" Id="R27990a0c28b247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95e611fe64262" /><Relationship Type="http://schemas.openxmlformats.org/officeDocument/2006/relationships/image" Target="/ppt/media/image11.jpeg" Id="R3e7409142011461f" /><Relationship Type="http://schemas.openxmlformats.org/officeDocument/2006/relationships/notesSlide" Target="/ppt/notesSlides/notesSlide18.xml" Id="Rdd96b8859dec40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61c08dfca4d15" /><Relationship Type="http://schemas.openxmlformats.org/officeDocument/2006/relationships/notesSlide" Target="/ppt/notesSlides/notesSlide19.xml" Id="R298a8ac2a4d341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ab1d93b6b4a27" /><Relationship Type="http://schemas.openxmlformats.org/officeDocument/2006/relationships/notesSlide" Target="/ppt/notesSlides/notesSlide20.xml" Id="R62a067a54f374c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27152A-F35A-45CD-BE18-045F8CB3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09B8C-96C0-4EFD-AEDB-117153B0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24B"/>
                </a:solidFill>
              </a:defRPr>
            </a:pPr>
            <a:r>
              <a:rPr sz="1950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7599D-DD59-4C46-B05A-CE3E354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24B"/>
                </a:solidFill>
              </a:defRPr>
            </a:pPr>
            <a:r>
              <a:rPr sz="3600" b="1">
                <a:solidFill>
                  <a:srgbClr val="12324B"/>
                </a:solidFill>
              </a:rPr>
              <a:t>上海阿布拉迪广告有限公司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E4B36-AD61-43D5-93F3-49B412F6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49A4A"/>
                </a:solidFill>
              </a:defRPr>
            </a:pPr>
            <a:r>
              <a:rPr sz="1200" b="1">
                <a:solidFill>
                  <a:srgbClr val="C49A4A"/>
                </a:solidFill>
              </a:rPr>
              <a:t>SHANGHAI ABRADI ADVERTISING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BFF38-1A2F-4D3A-A34B-97AD68C2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047"/>
                </a:solidFill>
              </a:defRPr>
            </a:pPr>
            <a:r>
              <a:rPr sz="2025" b="1">
                <a:solidFill>
                  <a:srgbClr val="163047"/>
                </a:solidFill>
              </a:rPr>
              <a:t>数字视觉解决方案提供商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5FA01-0276-44F7-95CE-147F385F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策略 / 三维动态 / 产品渲染 / AI视觉 / 影像制作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6767d303a47d3"/>
          <a:stretch xmlns:a="http://schemas.openxmlformats.org/drawingml/2006/main"/>
        </p:blipFill>
        <p:spPr>
          <a:xfrm xmlns:a="http://schemas.openxmlformats.org/drawingml/2006/main">
            <a:off x="7239000" y="2035969"/>
            <a:ext cx="4953000" cy="27860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479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19765-7D06-4224-A24F-87C60701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D4CA4-DE44-483A-8FBF-D276BEFC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74FB7B-8AC3-4FF7-BC06-79CFC984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CONTENTS / 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FC40C-3329-4680-84C8-99E77432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D4620-322F-4CF5-AFD2-F226BB8F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让品牌表达，更清晰地被看见。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D3896-7197-4D97-B1EA-BAFD8615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从能力、行业到项目案例，完整了解阿布拉迪。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29EBA-6C67-48E6-8E12-91CA76C5A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01  公司概览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0C010-BA9E-4F69-8977-0D92F883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DE7AF6-C6AC-454E-B249-134D7EAD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02  核心能力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B2987-F3BF-4780-BE15-E88AF142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81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69D06-499F-488E-8C7D-080D4ACA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03  服务行业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CA49D-F83E-4A29-A914-3669E0F2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6CD6B-5AFF-4C00-AE1E-DFA2D66D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04  合作方式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AC01B-8D05-4DA0-956D-9F122DA9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862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BC372-4471-4C8C-BD9A-1C24456A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05  项目案例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7C04DC-FA50-44BA-A142-B75DB1D0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DD1D6-F523-46F6-8FCB-5AC613D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6250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06  联系我们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848374-7674-4977-94C3-0AFAF3D8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19112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6808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53044B-5D67-489F-B5D9-24AE50D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FD50C-7A26-4708-A2B7-EBE1242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BF1B7-9982-41D4-897E-16A6F798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ABOUT US / 公司概览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77B8D-D695-48AC-8577-908BFB83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78CC1-36E7-4A12-8E86-4C72EC2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专注数字视觉，让价值被准确看见。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BB757-1CB5-49E2-A222-B82F8819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服务品牌传播、产品上市、空间体验与数字内容场景。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22F2E-B388-4F09-88A3-29A0D346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E12ED-B0A0-473A-92A6-3A592DD5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10+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232DAC-4AD5-49E8-93C1-93F9C66E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年数字视觉制作经验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E39C9-78C6-4925-AC9A-CE2D0B03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44A5D-9E24-4CE5-AF72-470BA89E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200+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851D8-DA41-4DF6-A42D-704E193F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品牌服务经验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4D22E-F62F-4317-A980-C2A2A44E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A15FA-80B0-45ED-909C-7505E20D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3D +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8486F4-EF18-421F-B0E7-085AA83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数字视觉能力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09EE9-3B89-49D5-96C0-374CC923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81375"/>
            <a:ext cx="2428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6274C-A9D8-4659-8861-910D33E4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67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FULL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DA3FC-ED93-465E-8CDB-F7AAAF3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38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从策略到交付</a:t>
            </a:r>
          </a:p>
        </p:txBody>
      </p:sp>
    </p:spTree>
    <p:extLst>
      <p:ext uri="{BB962C8B-B14F-4D97-AF65-F5344CB8AC3E}">
        <p14:creationId xmlns:p14="http://schemas.microsoft.com/office/powerpoint/2010/main" val="9379919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434F0-A85E-4CBE-AB70-7816E4D9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0FFA-9328-4904-B002-2721C7DD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3D105B-C184-43BD-A873-BA4F53B8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OUR VALUE / 我们的价值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47BB9-DC89-4731-AC79-F3A41332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95E14-4547-405B-B6D7-FD0F5D2C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一套从判断到落地的视觉服务体系。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94BEF-BDB7-4D07-8C65-4EDFA9EB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不做单点装饰，而是建立可持续的品牌感知。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DB1CE-0F79-4E32-8B1C-639E6776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B81C2-E7DC-464D-B34C-68DD00D1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3714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策略明确品牌方向</a:t>
            </a:r>
          </a:p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视觉建立产品感知</a:t>
            </a:r>
          </a:p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制作确保最终呈现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0ecc150143429a"/>
          <a:stretch xmlns:a="http://schemas.openxmlformats.org/drawingml/2006/main"/>
        </p:blipFill>
        <p:spPr>
          <a:xfrm xmlns:a="http://schemas.openxmlformats.org/drawingml/2006/main">
            <a:off x="6318250" y="2667000"/>
            <a:ext cx="508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0833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F37A7-2518-43DD-8535-30EED983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D15E9-5EB9-47E0-BBF2-0F82FA0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C4E6-D20E-4F25-A1E2-7CD83780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WHAT WE DO / 核心能力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01ACD-3361-427B-87D2-05A804F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6B56-5821-477D-B08D-E04C05D9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四类核心能力，服务一次完整表达。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AE6ACE-4CFD-40FB-9A90-70F57BC6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7D243-1801-45A5-804E-C70A1904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1F26D-A6FA-4CD1-99CD-63E46AAB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品牌策略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F1BEE-9F64-4845-A3E5-9945717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定位梳理 / 创意方向 / 视觉系统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8331A-6E07-4132-BEBD-1C7A90EC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826BA-2E57-4B3E-8738-1045FD7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242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B12C0-67C8-4872-AD08-9280F151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05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产品叙事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D358D7-BBF0-4812-BBC6-1FFDAB10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861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产品价值 / 场景表达 / 材质细节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EA33A3-B161-4712-9C79-26D1F175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CE5DA-1750-4798-8A82-D721DFEE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221F9-6F0A-4545-BA04-60DA7BF6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86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数字视觉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6F5B34-F8A4-406D-9351-9A6F79C5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67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三维动态 / AI视觉 / 影像制作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1F3B06-F621-416F-BA36-9A686C69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3387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3818A-91E6-44E8-8D22-10FFF86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053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857D7-49A8-47D5-B4C5-0816C8ED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86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324B"/>
                </a:solidFill>
              </a:defRPr>
            </a:pPr>
            <a:r>
              <a:rPr sz="1725" b="1">
                <a:solidFill>
                  <a:srgbClr val="12324B"/>
                </a:solidFill>
              </a:rPr>
              <a:t>整合交付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801B9-8983-4B38-8ED5-17A95CE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67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制作统筹 / 多端适配 / 上线支持</a:t>
            </a:r>
          </a:p>
        </p:txBody>
      </p:sp>
    </p:spTree>
    <p:extLst>
      <p:ext uri="{BB962C8B-B14F-4D97-AF65-F5344CB8AC3E}">
        <p14:creationId xmlns:p14="http://schemas.microsoft.com/office/powerpoint/2010/main" val="2002343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D508E-4711-4078-A945-798A704E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7A6F7-6897-4FE2-B78B-6D3FA63F8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9B294-EB49-489D-A948-CB34B0B4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CAPABILITY 01 / 品牌策略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CB5EE-0580-4725-B007-303E3D16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A38529-46E9-4F76-836F-1D1A93D9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先做正确判断，再做有效表达。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D1349-BFF6-42E5-8A6A-080E8854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通过定位、洞察与创意方向，为视觉制作建立明确坐标。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A4A1F-8704-4375-AF35-1F316B4A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26737-5661-43D4-A7E3-6399EEE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品牌定位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395F9-4851-4EE5-888D-CC35BC82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明确价值主张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D2CD1C-FFBC-494B-A037-80F55994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99792-8061-454C-BC4D-7E9D2F6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创意方向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62AF4-43A3-4C95-B955-F439A55A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确定创作原则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5A9CE-E467-45A8-B72D-0A4CA9D8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EEFEC-7E74-424A-87E5-63C06283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视觉系统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EF41A-BAB5-4121-98E6-0506702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统一表达语言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7D8BC-56D3-432A-98B5-8059E7EE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D364AC-DCB4-4A3E-9C16-9246A1A5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14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传播场景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3EB32E-3ADF-4882-98D6-55A880B0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148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匹配使用渠道</a:t>
            </a:r>
          </a:p>
        </p:txBody>
      </p:sp>
    </p:spTree>
    <p:extLst>
      <p:ext uri="{BB962C8B-B14F-4D97-AF65-F5344CB8AC3E}">
        <p14:creationId xmlns:p14="http://schemas.microsoft.com/office/powerpoint/2010/main" val="6950925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7ECA8-E88D-4CB2-A860-D2813F94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45FAB-78CB-4D2E-B61E-24082CC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3605D-E50D-4B4B-8DA8-75568842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CAPABILITY 02 / 数字视觉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407FD-DF45-4382-A349-DFD46391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EBC68-EC6E-4E02-8737-B51C253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让产品、空间与技术，成为可感知的体验。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AB899-FC37-4705-9619-B8A8083B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三维动态、产品渲染、AI视觉与影像内容制作。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83350292a4709"/>
          <a:stretch xmlns:a="http://schemas.openxmlformats.org/drawingml/2006/main"/>
        </p:blipFill>
        <p:spPr>
          <a:xfrm xmlns:a="http://schemas.openxmlformats.org/drawingml/2006/main">
            <a:off x="641350" y="2857500"/>
            <a:ext cx="5080000" cy="28575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8fb307d9524a81"/>
          <a:stretch xmlns:a="http://schemas.openxmlformats.org/drawingml/2006/main"/>
        </p:blipFill>
        <p:spPr>
          <a:xfrm xmlns:a="http://schemas.openxmlformats.org/drawingml/2006/main">
            <a:off x="6318250" y="2857500"/>
            <a:ext cx="5080000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6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7BDF1B-5CC7-4A0A-8D01-8ED8A7C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6165B-467E-4610-AFDE-5149CBB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CB4F2-9FBB-40A1-A15D-E1D6ED95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CAPABILITY 03 / 制作与交付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FDFCB-66F5-4593-A2B8-81B8FFFF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585ED7-480E-489D-8BE9-9CDCF619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从创意到交付，保持一个项目节奏。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FF133-1AEB-4F39-A135-04580F2B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由项目负责人统筹内容、视觉、制作与上线适配。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E4DA3-BDF4-4F2E-B60A-88E61F59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AE7D7-120E-48FE-BA61-4156FC1E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CREATIVE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E55DC-E510-446B-8270-1B854AAE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策略 / 概念 / 视觉方向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BB2D8-3198-4CCF-B11A-888A1766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52750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4B875-FB59-4BD1-A1E1-E6D56EC9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242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A6D35-F0C9-4288-981F-F2724E05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575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三维 / 动态 / AI视觉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C9E81-0635-46A8-91A6-FB3780E4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3073A-9AAC-4AA5-A1FE-DD800BDE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4BBA8-EB0E-4A50-A1EC-2E76E194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导演 / 摄影 / 剪辑制作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11D1E-76D2-4AC5-9FDA-B8421337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43375"/>
            <a:ext cx="4857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1A432-C58E-4112-8FDE-1880BF79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148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49A4A"/>
                </a:solidFill>
              </a:defRPr>
            </a:pPr>
            <a:r>
              <a:rPr sz="1125" b="1">
                <a:solidFill>
                  <a:srgbClr val="C49A4A"/>
                </a:solidFill>
              </a:rPr>
              <a:t>TECH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63A48D-A574-41D1-97B5-D5659A54C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B"/>
                </a:solidFill>
              </a:defRPr>
            </a:pPr>
            <a:r>
              <a:rPr sz="1350" b="1">
                <a:solidFill>
                  <a:srgbClr val="12324B"/>
                </a:solidFill>
              </a:rPr>
              <a:t>互动 / 屏幕 / 多端适配</a:t>
            </a:r>
          </a:p>
        </p:txBody>
      </p:sp>
    </p:spTree>
    <p:extLst>
      <p:ext uri="{BB962C8B-B14F-4D97-AF65-F5344CB8AC3E}">
        <p14:creationId xmlns:p14="http://schemas.microsoft.com/office/powerpoint/2010/main" val="1539239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1DF122-98FA-4174-B16B-97C74F93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631D1-5E0F-4FEA-828D-1339163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3615F-571C-40E1-A2ED-2C3BD74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INDUSTRY COVERAGE / 服务行业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7E11A-604F-4833-B20D-E6D1D0CB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03062-B0BE-4F4E-AB2D-311F664C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跨行业理解，回到品牌真实场景。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CEFE9-AD62-4FA6-A37D-8F707196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根据品类、受众与传播任务，选择适合的视觉表达方式。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CFE1D-DF89-49EA-B62D-3DE4518D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348CD-9220-4361-B7FA-47A643A2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智能家居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CCC23-2BC4-430C-BFCD-6EE02DE9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卫浴 / 厨电 / 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50B00-225A-464C-BC5D-E7C86ED6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510A7-F0E2-4A8B-9C17-470D3F93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49FC8-147A-4328-B05E-9A4B2007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交通出行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F80C8-846E-430F-829A-58C64BE8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轨交 / 汽车 / 工业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E60F3-E896-4604-A034-A644158D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B47F5-1B61-46F4-9301-13EBDA7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81E58-7C43-477C-9400-59E26FC7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美妆健康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19553-895C-4B6A-A0E7-16697C07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护肤 / 医美 / 科技美容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847B2-ADC6-41E5-A92A-71FE6347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5D95A-513D-4FAA-873E-A868940A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3AE418-31AD-4DC6-BC95-7FE17A67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86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B"/>
                </a:solidFill>
              </a:defRPr>
            </a:pPr>
            <a:r>
              <a:rPr sz="1500" b="1">
                <a:solidFill>
                  <a:srgbClr val="12324B"/>
                </a:solidFill>
              </a:rPr>
              <a:t>消费科技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6D6AF-C0CE-47A4-AC73-E5E9C2C6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57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数码 / 硬件 / 新产品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2C6D9-1F74-49F2-B8B4-76B110C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529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64475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521C6-C227-4263-B003-72DBBAC0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A5611-9BC1-41E4-9308-83DCF84E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03141-2809-48D3-BA88-C0390DCB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SELECTED PARTNERS / 合作伙伴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041AF-F85F-4396-A13C-395B17D1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EDE4C-EEF0-47E9-8ED8-24369FB3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合作品牌，覆盖多个国际化产品领域。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C72DD9-3701-45E1-80E3-BA2D2BBF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以下品牌在既有案例素材中出现；完整Logo墙可在取得授权后补充。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30880-E1D7-4E90-A048-5C500AC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832FD-76C2-43FC-B350-4B45B015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KOHLER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8EE24-057A-4EAF-B6D2-3BF4B366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F46B16-3455-4035-9FBF-8711BB8D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TUBLER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30DE36-9219-4FB7-B9E8-F1477447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C0C15-7F22-4562-AAEB-C4C9AAF6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MESTETIC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D2D32-6894-41AF-A200-9D1E71F5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D7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713C2-716E-4EAA-B1A2-75538987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576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B"/>
                </a:solidFill>
              </a:defRPr>
            </a:pPr>
            <a:r>
              <a:rPr sz="1650" b="1">
                <a:solidFill>
                  <a:srgbClr val="12324B"/>
                </a:solidFill>
              </a:rPr>
              <a:t>BRILLIANCE</a:t>
            </a:r>
          </a:p>
        </p:txBody>
      </p:sp>
    </p:spTree>
    <p:extLst>
      <p:ext uri="{BB962C8B-B14F-4D97-AF65-F5344CB8AC3E}">
        <p14:creationId xmlns:p14="http://schemas.microsoft.com/office/powerpoint/2010/main" val="522269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8A33F-7463-471C-9907-5253EA8D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EACDC-EDAC-4070-B839-DF8C3BAA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9F851-0721-45FF-A262-0BD852CE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WORKING PROCESS / 合作流程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8FD84B-6315-4316-A2FE-2A9A6B19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D62D5-D737-4429-A8C2-784C16AD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让好创意，有一条清晰的落地路径。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BD23B-C86C-4367-AAD3-063BF6C0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关键节点确认，确保创意、制作与交付保持同一节奏。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E42438-D7CC-4AD5-8CB9-84E2E4F8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69EF1-83C0-42E7-BA01-DD8E50A5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DB18B-DED9-4783-8F10-6DB79A0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DEFINE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53592-3C8F-45DB-9257-76E4630F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目标 / 受众 /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1163F-3F3F-4363-A265-A4012CE1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9F00D1-1973-4595-A846-11EA30AD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E6673-E65C-4B3C-88CA-88B043F6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DIRECT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27E9E-0949-4432-8B82-EE9B746B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策略 / 概念 / 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B5C15-E216-4796-8E38-BD068C74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ABFE6-6D2D-4E44-AB25-417F972B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2989A-948B-459B-AE22-61589D1D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MAKE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643056-8300-4B45-945B-D94CB6A2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制作 / 打磨 / 把控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8E29B8-91AC-4B74-B9BD-075BE93B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19500"/>
            <a:ext cx="2333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ED64B-C048-4D34-872C-0A303792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100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49A4A"/>
                </a:solidFill>
              </a:defRPr>
            </a:pPr>
            <a:r>
              <a:rPr sz="975" b="1">
                <a:solidFill>
                  <a:srgbClr val="C49A4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EC87B-A68F-4A2F-A22B-A45FC9BF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14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DEPLOY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67F2E-D286-4CCF-9666-45B6EFF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95800"/>
            <a:ext cx="1952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486"/>
                </a:solidFill>
              </a:defRPr>
            </a:pPr>
            <a:r>
              <a:rPr sz="1125" b="0">
                <a:solidFill>
                  <a:srgbClr val="607486"/>
                </a:solidFill>
              </a:rPr>
              <a:t>交付 / 适配 / 上线</a:t>
            </a:r>
          </a:p>
        </p:txBody>
      </p:sp>
    </p:spTree>
    <p:extLst>
      <p:ext uri="{BB962C8B-B14F-4D97-AF65-F5344CB8AC3E}">
        <p14:creationId xmlns:p14="http://schemas.microsoft.com/office/powerpoint/2010/main" val="7900591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806E06-4A42-4936-A50D-DEA84F64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6FDC5-53A0-4466-857D-61597649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7DF90-EB3C-4C91-88AD-39C69F4B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SMART SANITARY / 智能卫浴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2F4D6-C150-4E01-A5CF-0FF2E341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F0BFF-30AC-4F36-BF21-E859FA85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SMART SANITARY / 智能卫浴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6A4D0-08D7-47AD-B7D7-1DBA54CA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以产品、空间与动态光感，建立可感知的科技体验。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e9f18c23d4c9c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0516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AC3389-133A-4C45-BAB5-5BD5CA21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04F98-DEB4-45BD-A456-FF15795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BCCCB-3749-4950-8C23-E8E4795A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KOHLER WATER / 科勒净水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A216E-7282-4A8D-98B2-554E77B1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DDB83-281A-4837-AF88-0FE1F91D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KOHLER WATER / 科勒净水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2620C-E0EA-4CAF-9D4A-B13104A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以清晰的产品细节，传递科技与品质。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837affa1d4846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837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8F3BB-EE8C-4267-8172-C72E7CB5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ABF9E-E242-4255-A5A7-27F08CF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E34AC-1669-41BF-8B76-6EA2FF3A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RAIL TRANSIT / 轨交视觉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C62344-692B-43B5-98F2-4D4191A6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15328-44B5-4DCF-99BE-982CBB9D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RAIL TRANSIT / 轨交视觉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567F8-7537-49D8-8E24-51643353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以速度、结构与光线建立未来感叙事。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3c7184ebdd4f42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3403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564582-016F-4514-A1F0-2CFBDEB7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14543-6133-44C5-897B-8E38A257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612D1-B309-4D2A-A429-3CF30EF2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BEAUTY VISUAL / 美妆视觉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ECC10-9C1F-4FE1-96D3-12826D8A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2599C-98FD-40AE-965B-5F80C357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BEAUTY VISUAL / 美妆视觉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ABB6C-BBFF-4F56-B0DD-F5ECB1EA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让功效、质感与场景形成统一品牌感知。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b9f2809fc4415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4002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85D481-D21C-4BA7-9E95-11E35915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724E3-4975-456B-8591-2D7DBFE7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2BF2B-FCB7-4C11-B016-467446EA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PRODUCT DETAIL / 龙头项目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42B4E-712A-44FD-B97B-0EB562F3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5D35F-AF50-4E33-B5DC-3AF3ECB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PRODUCT DETAIL / 龙头项目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09801-AE54-42C2-A2BF-0C376377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用材质、比例与局部细节构建产品价值。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18632a00542eb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97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E698B-4AF7-4BB9-B4E0-A31772F9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90FF9-10F4-40F6-A175-72A4FDAC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B2CB3-D943-4685-B8EC-385E63DD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CONSUMER TECH / 智能产品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C40BB-F906-47CA-BFAD-9A3FAF6C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34347-F6C0-403D-B721-0406EB39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CONSUMER TECH / 智能产品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6A103-4BB9-4D96-A134-0CD65C12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用数字化表达呈现产品技术与使用体验。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056cdb33c4955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211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A587A-ADDE-4A6F-A786-F1DBB4DA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56DB-4CD7-436B-B175-999F56D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7ABE3-807F-48DB-A4EB-76748D20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PROJECT CASE / HOME AESTHETIC / 家居美学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A6D00-55E3-44E8-B9EA-96315A56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D4DA8-4918-43B7-9A90-26DBFBAF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HOME AESTHETIC / 家居美学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8C24C-6CF8-4550-AADD-306CB0CA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用空间场景连接产品、生活与品牌感受。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409142011461f"/>
          <a:stretch xmlns:a="http://schemas.openxmlformats.org/drawingml/2006/main"/>
        </p:blipFill>
        <p:spPr>
          <a:xfrm xmlns:a="http://schemas.openxmlformats.org/drawingml/2006/main">
            <a:off x="3217333" y="2714625"/>
            <a:ext cx="5757333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007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0AB962-1C53-438E-84E8-0155DDCA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0D1EF1-089E-4004-BE19-F30348B3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B"/>
                </a:solidFill>
              </a:defRPr>
            </a:pPr>
            <a:r>
              <a:rPr sz="1425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52CEC2-505C-4A57-B238-D83824F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49A4A"/>
                </a:solidFill>
              </a:defRPr>
            </a:pPr>
            <a:r>
              <a:rPr sz="900" b="1">
                <a:solidFill>
                  <a:srgbClr val="C49A4A"/>
                </a:solidFill>
              </a:rPr>
              <a:t>TEAM &amp; NETWORK / 团队与资源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2A6B4-94D3-4006-81A6-2B6E25DB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61950"/>
            <a:ext cx="685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486"/>
                </a:solidFill>
              </a:defRPr>
            </a:pPr>
            <a:r>
              <a:rPr sz="975" b="1">
                <a:solidFill>
                  <a:srgbClr val="607486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0E6084-C835-4C0C-B253-DFF91350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324B"/>
                </a:solidFill>
              </a:defRPr>
            </a:pPr>
            <a:r>
              <a:rPr sz="2850" b="1">
                <a:solidFill>
                  <a:srgbClr val="12324B"/>
                </a:solidFill>
              </a:rPr>
              <a:t>核心团队统筹，专业资源协同。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33CBB-991E-4BE3-8D9A-37CB7F01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486"/>
                </a:solidFill>
              </a:defRPr>
            </a:pPr>
            <a:r>
              <a:rPr sz="1350" b="0">
                <a:solidFill>
                  <a:srgbClr val="607486"/>
                </a:solidFill>
              </a:rPr>
              <a:t>为每个项目匹配创意、三维、影像、后期与技术能力。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887E-A7DB-4AD8-B614-DCB16BE8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9F182-B345-4CBF-9B02-04859D2E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创意策略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3B3B2-0904-4BEE-92F4-D80612DA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方向与概念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1AD40-D979-4231-8CB5-82EC31C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A1127-129E-43E7-BEAE-5EBE4196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三维动态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B709C3-56E3-4A7E-86E0-C2EEFC7A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视觉与动画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8F7E3-EB7C-4EEA-BC6F-EF99F4E5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0470B-1CF3-40A5-B93E-BC15C228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影像内容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5E0CA-BB28-4943-8245-D70552C9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拍摄与剪辑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1FB87-006C-425B-889A-FD3C75CC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33750"/>
            <a:ext cx="2333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63CE5-2EBD-4C67-9A21-21C2AC87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957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24B"/>
                </a:solidFill>
              </a:defRPr>
            </a:pPr>
            <a:r>
              <a:rPr sz="1575" b="1">
                <a:solidFill>
                  <a:srgbClr val="12324B"/>
                </a:solidFill>
              </a:rPr>
              <a:t>项目管理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43D80-E100-4FCC-B9A7-17600508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486"/>
                </a:solidFill>
              </a:defRPr>
            </a:pPr>
            <a:r>
              <a:rPr sz="1200" b="0">
                <a:solidFill>
                  <a:srgbClr val="607486"/>
                </a:solidFill>
              </a:rPr>
              <a:t>统筹与交付</a:t>
            </a:r>
          </a:p>
        </p:txBody>
      </p:sp>
    </p:spTree>
    <p:extLst>
      <p:ext uri="{BB962C8B-B14F-4D97-AF65-F5344CB8AC3E}">
        <p14:creationId xmlns:p14="http://schemas.microsoft.com/office/powerpoint/2010/main" val="4402561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80BD0-B568-408A-8B00-1AE7AE78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A8BD3-3471-4223-9A29-8E203926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24B"/>
                </a:solidFill>
              </a:defRPr>
            </a:pPr>
            <a:r>
              <a:rPr sz="2100" b="1">
                <a:solidFill>
                  <a:srgbClr val="12324B"/>
                </a:solidFill>
              </a:rPr>
              <a:t>ABRADI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FB9CC-6A8E-44C5-A057-4B214F63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324B"/>
                </a:solidFill>
              </a:defRPr>
            </a:pPr>
            <a:r>
              <a:rPr sz="3150" b="1">
                <a:solidFill>
                  <a:srgbClr val="12324B"/>
                </a:solidFill>
              </a:rPr>
              <a:t>让每一次表达，</a:t>
            </a:r>
          </a:p>
          <a:p xmlns:a="http://schemas.openxmlformats.org/drawingml/2006/main">
            <a:pPr algn="l">
              <a:defRPr sz="3150" b="1">
                <a:solidFill>
                  <a:srgbClr val="12324B"/>
                </a:solidFill>
              </a:defRPr>
            </a:pPr>
            <a:r>
              <a:rPr sz="3150" b="1">
                <a:solidFill>
                  <a:srgbClr val="12324B"/>
                </a:solidFill>
              </a:rPr>
              <a:t>成为品牌被记住的理由。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7F820-83C2-4893-A77F-D4CC49C5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047"/>
                </a:solidFill>
              </a:defRPr>
            </a:pPr>
            <a:r>
              <a:rPr sz="1500" b="1">
                <a:solidFill>
                  <a:srgbClr val="163047"/>
                </a:solidFill>
              </a:rPr>
              <a:t>上海阿布拉迪广告有限公司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05B98-0F85-404C-9A4E-F3F1241F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486"/>
                </a:solidFill>
              </a:defRPr>
            </a:pPr>
            <a:r>
              <a:rPr sz="1050" b="1">
                <a:solidFill>
                  <a:srgbClr val="607486"/>
                </a:solidFill>
              </a:rPr>
              <a:t>电话  /  TEL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CB2FC0-559B-4D92-9849-229D2FAE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150 0183 4029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3C549-DE7F-4C89-A5C1-5464E0E8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486"/>
                </a:solidFill>
              </a:defRPr>
            </a:pPr>
            <a:r>
              <a:rPr sz="1050" b="1">
                <a:solidFill>
                  <a:srgbClr val="607486"/>
                </a:solidFill>
              </a:rPr>
              <a:t>邮箱  / 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BBA7D-06C6-465E-A5DC-CEB45814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B"/>
                </a:solidFill>
              </a:defRPr>
            </a:pPr>
            <a:r>
              <a:rPr sz="2175" b="1">
                <a:solidFill>
                  <a:srgbClr val="12324B"/>
                </a:solidFill>
              </a:rPr>
              <a:t>abld@abuladi.cn</a:t>
            </a:r>
          </a:p>
        </p:txBody>
      </p:sp>
    </p:spTree>
    <p:extLst>
      <p:ext uri="{BB962C8B-B14F-4D97-AF65-F5344CB8AC3E}">
        <p14:creationId xmlns:p14="http://schemas.microsoft.com/office/powerpoint/2010/main" val="536912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2026-07-16T03:49:19.1690000Z</dcterms:created>
  <dcterms:modified xsi:type="dcterms:W3CDTF">2026-07-16T03:49:19.1690000Z</dcterms:modified>
</coreProperties>
</file>