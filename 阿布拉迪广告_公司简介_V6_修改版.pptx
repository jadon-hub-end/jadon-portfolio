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35b2239124923" /><Relationship Type="http://schemas.openxmlformats.org/officeDocument/2006/relationships/extended-properties" Target="/docProps/app.xml" Id="Ra03118dd5fbb430c" /><Relationship Type="http://schemas.openxmlformats.org/officeDocument/2006/relationships/officeDocument" Target="/ppt/presentation.xml" Id="Re89cda023723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80d661fa447ba"/>
  </p:sldMasterIdLst>
  <p:notesMasterIdLst>
    <p:notesMasterId xmlns:r="http://schemas.openxmlformats.org/officeDocument/2006/relationships" r:id="R387caa0d1816414f"/>
  </p:notesMasterIdLst>
  <p:sldIdLst>
    <p:sldId xmlns:r="http://schemas.openxmlformats.org/officeDocument/2006/relationships" id="256" r:id="Rdce83f9ea209467b"/>
    <p:sldId xmlns:r="http://schemas.openxmlformats.org/officeDocument/2006/relationships" id="257" r:id="Rcb6edd06cada4f1d"/>
    <p:sldId xmlns:r="http://schemas.openxmlformats.org/officeDocument/2006/relationships" id="258" r:id="Rc631f6bb48064950"/>
    <p:sldId xmlns:r="http://schemas.openxmlformats.org/officeDocument/2006/relationships" id="259" r:id="R49c9e90b21d94e96"/>
    <p:sldId xmlns:r="http://schemas.openxmlformats.org/officeDocument/2006/relationships" id="260" r:id="Rfc166fc56f274e1c"/>
    <p:sldId xmlns:r="http://schemas.openxmlformats.org/officeDocument/2006/relationships" id="261" r:id="Re46795198641478b"/>
    <p:sldId xmlns:r="http://schemas.openxmlformats.org/officeDocument/2006/relationships" id="262" r:id="R8e5fda17f2f046e1"/>
    <p:sldId xmlns:r="http://schemas.openxmlformats.org/officeDocument/2006/relationships" id="263" r:id="R1ce2075004464f07"/>
    <p:sldId xmlns:r="http://schemas.openxmlformats.org/officeDocument/2006/relationships" id="264" r:id="R1745a24d47144795"/>
    <p:sldId xmlns:r="http://schemas.openxmlformats.org/officeDocument/2006/relationships" id="265" r:id="R647a3e14886c4cca"/>
    <p:sldId xmlns:r="http://schemas.openxmlformats.org/officeDocument/2006/relationships" id="266" r:id="Rc0b1cf2ae1f44566"/>
    <p:sldId xmlns:r="http://schemas.openxmlformats.org/officeDocument/2006/relationships" id="267" r:id="R834316c1207d4bd7"/>
    <p:sldId xmlns:r="http://schemas.openxmlformats.org/officeDocument/2006/relationships" id="268" r:id="Rff0b6a2cc8d04672"/>
    <p:sldId xmlns:r="http://schemas.openxmlformats.org/officeDocument/2006/relationships" id="269" r:id="Rd4a3446ed8784d2c"/>
    <p:sldId xmlns:r="http://schemas.openxmlformats.org/officeDocument/2006/relationships" id="270" r:id="R5ccbb63ba9b844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2532f5df1410f" /><Relationship Type="http://schemas.openxmlformats.org/officeDocument/2006/relationships/slideMaster" Target="/ppt/slideMasters/slideMaster1.xml" Id="R70780d661fa447ba" /><Relationship Type="http://schemas.openxmlformats.org/officeDocument/2006/relationships/notesMaster" Target="/ppt/notesMasters/notesMaster1.xml" Id="R387caa0d1816414f" /><Relationship Type="http://schemas.openxmlformats.org/officeDocument/2006/relationships/presProps" Target="/ppt/presProps.xml" Id="Rbf9da2c075ed40d5" /><Relationship Type="http://schemas.openxmlformats.org/officeDocument/2006/relationships/tableStyles" Target="/ppt/tableStyles.xml" Id="R449dcf7bfad147b6" /><Relationship Type="http://schemas.openxmlformats.org/officeDocument/2006/relationships/slide" Target="/ppt/slides/slide1.xml" Id="Rdce83f9ea209467b" /><Relationship Type="http://schemas.openxmlformats.org/officeDocument/2006/relationships/slide" Target="/ppt/slides/slide2.xml" Id="Rcb6edd06cada4f1d" /><Relationship Type="http://schemas.openxmlformats.org/officeDocument/2006/relationships/slide" Target="/ppt/slides/slide3.xml" Id="Rc631f6bb48064950" /><Relationship Type="http://schemas.openxmlformats.org/officeDocument/2006/relationships/slide" Target="/ppt/slides/slide4.xml" Id="R49c9e90b21d94e96" /><Relationship Type="http://schemas.openxmlformats.org/officeDocument/2006/relationships/slide" Target="/ppt/slides/slide5.xml" Id="Rfc166fc56f274e1c" /><Relationship Type="http://schemas.openxmlformats.org/officeDocument/2006/relationships/slide" Target="/ppt/slides/slide6.xml" Id="Re46795198641478b" /><Relationship Type="http://schemas.openxmlformats.org/officeDocument/2006/relationships/slide" Target="/ppt/slides/slide7.xml" Id="R8e5fda17f2f046e1" /><Relationship Type="http://schemas.openxmlformats.org/officeDocument/2006/relationships/slide" Target="/ppt/slides/slide8.xml" Id="R1ce2075004464f07" /><Relationship Type="http://schemas.openxmlformats.org/officeDocument/2006/relationships/slide" Target="/ppt/slides/slide9.xml" Id="R1745a24d47144795" /><Relationship Type="http://schemas.openxmlformats.org/officeDocument/2006/relationships/slide" Target="/ppt/slides/slide10.xml" Id="R647a3e14886c4cca" /><Relationship Type="http://schemas.openxmlformats.org/officeDocument/2006/relationships/slide" Target="/ppt/slides/slide11.xml" Id="Rc0b1cf2ae1f44566" /><Relationship Type="http://schemas.openxmlformats.org/officeDocument/2006/relationships/slide" Target="/ppt/slides/slide12.xml" Id="R834316c1207d4bd7" /><Relationship Type="http://schemas.openxmlformats.org/officeDocument/2006/relationships/slide" Target="/ppt/slides/slide13.xml" Id="Rff0b6a2cc8d04672" /><Relationship Type="http://schemas.openxmlformats.org/officeDocument/2006/relationships/slide" Target="/ppt/slides/slide14.xml" Id="Rd4a3446ed8784d2c" /><Relationship Type="http://schemas.openxmlformats.org/officeDocument/2006/relationships/slide" Target="/ppt/slides/slide15.xml" Id="R5ccbb63ba9b844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3c38082d9c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0c089ea4440b8" /><Relationship Type="http://schemas.openxmlformats.org/officeDocument/2006/relationships/notesMaster" Target="/ppt/notesMasters/notesMaster1.xml" Id="R87d95352e5944d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210ce4ef94729" /><Relationship Type="http://schemas.openxmlformats.org/officeDocument/2006/relationships/notesMaster" Target="/ppt/notesMasters/notesMaster1.xml" Id="R0e57a9a207cf4b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4890272d949dd" /><Relationship Type="http://schemas.openxmlformats.org/officeDocument/2006/relationships/notesMaster" Target="/ppt/notesMasters/notesMaster1.xml" Id="Rc28b1e9dc52746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d581bd40ce43f6" /><Relationship Type="http://schemas.openxmlformats.org/officeDocument/2006/relationships/notesMaster" Target="/ppt/notesMasters/notesMaster1.xml" Id="R878d3970b7604c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fd8539154e4194" /><Relationship Type="http://schemas.openxmlformats.org/officeDocument/2006/relationships/notesMaster" Target="/ppt/notesMasters/notesMaster1.xml" Id="R7a5caba45e844e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d9889ac10f4ca8" /><Relationship Type="http://schemas.openxmlformats.org/officeDocument/2006/relationships/notesMaster" Target="/ppt/notesMasters/notesMaster1.xml" Id="Re1c4dc974fda4d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185db703a74cd3" /><Relationship Type="http://schemas.openxmlformats.org/officeDocument/2006/relationships/notesMaster" Target="/ppt/notesMasters/notesMaster1.xml" Id="Re0d31810e8c04d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1672958fe44914" /><Relationship Type="http://schemas.openxmlformats.org/officeDocument/2006/relationships/notesMaster" Target="/ppt/notesMasters/notesMaster1.xml" Id="Rcf7c9f00359040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254eb8b6984079" /><Relationship Type="http://schemas.openxmlformats.org/officeDocument/2006/relationships/notesMaster" Target="/ppt/notesMasters/notesMaster1.xml" Id="Re4551e13fa2548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b57b6753634a70" /><Relationship Type="http://schemas.openxmlformats.org/officeDocument/2006/relationships/notesMaster" Target="/ppt/notesMasters/notesMaster1.xml" Id="R89b566a0e4b44c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16440a2f624e5c" /><Relationship Type="http://schemas.openxmlformats.org/officeDocument/2006/relationships/notesMaster" Target="/ppt/notesMasters/notesMaster1.xml" Id="Ra2316baaa8ba41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738f8943a34451" /><Relationship Type="http://schemas.openxmlformats.org/officeDocument/2006/relationships/notesMaster" Target="/ppt/notesMasters/notesMaster1.xml" Id="Rf2b09ed8818e4d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bc5b27957b4c76" /><Relationship Type="http://schemas.openxmlformats.org/officeDocument/2006/relationships/notesMaster" Target="/ppt/notesMasters/notesMaster1.xml" Id="R9186bc8bb5ad41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68c4b018ec4ea3" /><Relationship Type="http://schemas.openxmlformats.org/officeDocument/2006/relationships/notesMaster" Target="/ppt/notesMasters/notesMaster1.xml" Id="Rff589b27978644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1bbe95fe724e43" /><Relationship Type="http://schemas.openxmlformats.org/officeDocument/2006/relationships/notesMaster" Target="/ppt/notesMasters/notesMaster1.xml" Id="R1bfee3c199b34f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17ad3f4e8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f54a75a7c4124" /><Relationship Type="http://schemas.openxmlformats.org/officeDocument/2006/relationships/slideLayout" Target="/ppt/slideLayouts/slideLayout1.xml" Id="R9919f6a3086948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19f6a3086948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a65abe9a548a8" /><Relationship Type="http://schemas.openxmlformats.org/officeDocument/2006/relationships/image" Target="/ppt/media/image.jpeg" Id="R67cbad34f30b42ba" /><Relationship Type="http://schemas.openxmlformats.org/officeDocument/2006/relationships/notesSlide" Target="/ppt/notesSlides/notesSlide1.xml" Id="R4b9e2b8af2f9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27a7854d84cb5" /><Relationship Type="http://schemas.openxmlformats.org/officeDocument/2006/relationships/image" Target="/ppt/media/image2.jpeg" Id="R4f1f2927d7564f57" /><Relationship Type="http://schemas.openxmlformats.org/officeDocument/2006/relationships/notesSlide" Target="/ppt/notesSlides/notesSlide2.xml" Id="R22d564bd7dfd4d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e9429931a4832" /><Relationship Type="http://schemas.openxmlformats.org/officeDocument/2006/relationships/image" Target="/ppt/media/image3.jpeg" Id="R0ae63ca312744328" /><Relationship Type="http://schemas.openxmlformats.org/officeDocument/2006/relationships/image" Target="/ppt/media/image4.jpeg" Id="Rcc191627450d4fa4" /><Relationship Type="http://schemas.openxmlformats.org/officeDocument/2006/relationships/notesSlide" Target="/ppt/notesSlides/notesSlide3.xml" Id="Rd9d01d174d604c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8efbbd41543e3" /><Relationship Type="http://schemas.openxmlformats.org/officeDocument/2006/relationships/notesSlide" Target="/ppt/notesSlides/notesSlide4.xml" Id="R3ae4a5d0e3e347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97c81450241e0" /><Relationship Type="http://schemas.openxmlformats.org/officeDocument/2006/relationships/image" Target="/ppt/media/image5.jpeg" Id="R41d749d07f7e48a8" /><Relationship Type="http://schemas.openxmlformats.org/officeDocument/2006/relationships/image" Target="/ppt/media/image6.jpeg" Id="Rec266bedf34943e1" /><Relationship Type="http://schemas.openxmlformats.org/officeDocument/2006/relationships/image" Target="/ppt/media/image7.jpeg" Id="Rb199001563074c9c" /><Relationship Type="http://schemas.openxmlformats.org/officeDocument/2006/relationships/notesSlide" Target="/ppt/notesSlides/notesSlide5.xml" Id="Rd72fd7dae651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2463cf39e4b4a" /><Relationship Type="http://schemas.openxmlformats.org/officeDocument/2006/relationships/image" Target="/ppt/media/image8.jpeg" Id="Rfaf6d72f7be84f9e" /><Relationship Type="http://schemas.openxmlformats.org/officeDocument/2006/relationships/image" Target="/ppt/media/image9.jpeg" Id="R181227f6da724b25" /><Relationship Type="http://schemas.openxmlformats.org/officeDocument/2006/relationships/image" Target="/ppt/media/image10.jpeg" Id="R7da5afee9d174ae5" /><Relationship Type="http://schemas.openxmlformats.org/officeDocument/2006/relationships/notesSlide" Target="/ppt/notesSlides/notesSlide6.xml" Id="Raa97d1b3e5e744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e08bc60e74062" /><Relationship Type="http://schemas.openxmlformats.org/officeDocument/2006/relationships/image" Target="/ppt/media/image11.jpeg" Id="R38afd9a08d2b4b5d" /><Relationship Type="http://schemas.openxmlformats.org/officeDocument/2006/relationships/image" Target="/ppt/media/image12.jpeg" Id="Re755c5adc8d04dd7" /><Relationship Type="http://schemas.openxmlformats.org/officeDocument/2006/relationships/image" Target="/ppt/media/image13.jpeg" Id="Rc4376122e3cd4728" /><Relationship Type="http://schemas.openxmlformats.org/officeDocument/2006/relationships/notesSlide" Target="/ppt/notesSlides/notesSlide7.xml" Id="R5c82da8bd106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64d5a41d4400e" /><Relationship Type="http://schemas.openxmlformats.org/officeDocument/2006/relationships/image" Target="/ppt/media/image14.jpeg" Id="R1407ba99846b44fa" /><Relationship Type="http://schemas.openxmlformats.org/officeDocument/2006/relationships/image" Target="/ppt/media/image15.jpeg" Id="R99c250eb1768446b" /><Relationship Type="http://schemas.openxmlformats.org/officeDocument/2006/relationships/image" Target="/ppt/media/image16.jpeg" Id="R1df32cb6e7634603" /><Relationship Type="http://schemas.openxmlformats.org/officeDocument/2006/relationships/image" Target="/ppt/media/image17.jpeg" Id="R0839960d66394ef0" /><Relationship Type="http://schemas.openxmlformats.org/officeDocument/2006/relationships/notesSlide" Target="/ppt/notesSlides/notesSlide8.xml" Id="Rbeeff948e0ab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8b5de7b744aee" /><Relationship Type="http://schemas.openxmlformats.org/officeDocument/2006/relationships/image" Target="/ppt/media/image18.jpeg" Id="R23d7412a3a274b1c" /><Relationship Type="http://schemas.openxmlformats.org/officeDocument/2006/relationships/notesSlide" Target="/ppt/notesSlides/notesSlide9.xml" Id="R934334795ba948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fedd723384e9b" /><Relationship Type="http://schemas.openxmlformats.org/officeDocument/2006/relationships/image" Target="/ppt/media/image19.jpeg" Id="Rc59346a7b2c54e2c" /><Relationship Type="http://schemas.openxmlformats.org/officeDocument/2006/relationships/notesSlide" Target="/ppt/notesSlides/notesSlide10.xml" Id="R89bd826434d447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8d0621f5d4189" /><Relationship Type="http://schemas.openxmlformats.org/officeDocument/2006/relationships/image" Target="/ppt/media/image20.jpeg" Id="R54a1ae21190f4f0e" /><Relationship Type="http://schemas.openxmlformats.org/officeDocument/2006/relationships/image" Target="/ppt/media/image21.jpeg" Id="R1741254400b34e7c" /><Relationship Type="http://schemas.openxmlformats.org/officeDocument/2006/relationships/notesSlide" Target="/ppt/notesSlides/notesSlide11.xml" Id="R2dc7c0f5fc8a4c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1c4a278ea4beb" /><Relationship Type="http://schemas.openxmlformats.org/officeDocument/2006/relationships/image" Target="/ppt/media/image22.jpeg" Id="Rcd0dda9f40f74dd9" /><Relationship Type="http://schemas.openxmlformats.org/officeDocument/2006/relationships/image" Target="/ppt/media/image23.jpeg" Id="R3f783c86ea9142a6" /><Relationship Type="http://schemas.openxmlformats.org/officeDocument/2006/relationships/notesSlide" Target="/ppt/notesSlides/notesSlide12.xml" Id="R26b93c8b3f1548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cb956a32c4293" /><Relationship Type="http://schemas.openxmlformats.org/officeDocument/2006/relationships/image" Target="/ppt/media/image24.jpeg" Id="R82f1cdc30c3e4d7f" /><Relationship Type="http://schemas.openxmlformats.org/officeDocument/2006/relationships/image" Target="/ppt/media/image25.jpeg" Id="R421d6d6f81554f28" /><Relationship Type="http://schemas.openxmlformats.org/officeDocument/2006/relationships/image" Target="/ppt/media/image26.jpeg" Id="R62396e1c18ec45df" /><Relationship Type="http://schemas.openxmlformats.org/officeDocument/2006/relationships/notesSlide" Target="/ppt/notesSlides/notesSlide13.xml" Id="Ra44c55e0f18448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4799ebad349b6" /><Relationship Type="http://schemas.openxmlformats.org/officeDocument/2006/relationships/notesSlide" Target="/ppt/notesSlides/notesSlide14.xml" Id="Rf0853772f18b42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e400393c44a23" /><Relationship Type="http://schemas.openxmlformats.org/officeDocument/2006/relationships/image" Target="/ppt/media/image27.jpeg" Id="Re8db1a40fd7a4912" /><Relationship Type="http://schemas.openxmlformats.org/officeDocument/2006/relationships/notesSlide" Target="/ppt/notesSlides/notesSlide15.xml" Id="R9afba1f9d6a74e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bad34f30b42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B2C54-A8C4-4D94-B9E4-DA14A1D8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950" b="1">
                <a:solidFill>
                  <a:srgbClr val="202124"/>
                </a:solidFill>
              </a:defRPr>
            </a:pPr>
            <a:r>
              <a:rPr sz="4950" b="1">
                <a:solidFill>
                  <a:srgbClr val="202124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60616-FE3D-416E-8D9D-26DE815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F2EEE6"/>
                </a:solidFill>
              </a:defRPr>
            </a:pPr>
            <a:r>
              <a:rPr sz="4200" b="1">
                <a:solidFill>
                  <a:srgbClr val="F2EEE6"/>
                </a:solidFill>
              </a:rPr>
              <a:t>上海阿布拉迪广告有限公司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B0483-9401-4111-8A16-A96ED1F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C130E-96F6-46F6-B5D4-00AC8D54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9A45D"/>
                </a:solidFill>
              </a:defRPr>
            </a:pPr>
            <a:r>
              <a:rPr sz="1050" b="1">
                <a:solidFill>
                  <a:srgbClr val="C9A45D"/>
                </a:solidFill>
              </a:rPr>
              <a:t>SHANGHAI ABRADI ADVERTISING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DA8C7-D12C-4D6E-B539-459ECA5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291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2EEE6"/>
                </a:solidFill>
              </a:defRPr>
            </a:pPr>
            <a:r>
              <a:rPr sz="1725" b="1">
                <a:solidFill>
                  <a:srgbClr val="F2EEE6"/>
                </a:solidFill>
              </a:rPr>
              <a:t>全球领先的数字视觉解决方案提供商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46376-4E1E-49AA-A55D-504F6F40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STRATEGY  /  VISUAL  / 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ACBA3-2ACD-4EE8-B4BE-0CB92A1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COMPANY PROFILE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6AD5E-8EAA-47A9-8764-37E5F86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05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SHANGHAI</a:t>
            </a:r>
          </a:p>
        </p:txBody>
      </p:sp>
    </p:spTree>
    <p:extLst>
      <p:ext uri="{BB962C8B-B14F-4D97-AF65-F5344CB8AC3E}">
        <p14:creationId xmlns:p14="http://schemas.microsoft.com/office/powerpoint/2010/main" val="1213845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79D7D-4896-4034-9AA8-30F8C70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CBF31-31A6-4935-AB84-A1F9C921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72558-8871-49B6-B731-01DE8DB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EB758-BFFE-40DA-8CEF-9B25D15A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2EEE6"/>
                </a:solidFill>
              </a:defRPr>
            </a:pPr>
            <a:r>
              <a:rPr sz="3600" b="1">
                <a:solidFill>
                  <a:srgbClr val="F2EEE6"/>
                </a:solidFill>
              </a:rPr>
              <a:t>关于我们，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2EEE6"/>
                </a:solidFill>
              </a:defRPr>
            </a:pPr>
            <a:r>
              <a:rPr sz="3600" b="1">
                <a:solidFill>
                  <a:srgbClr val="F2EEE6"/>
                </a:solidFill>
              </a:rPr>
              <a:t>从创意到交付。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24D4-785C-46F0-8C05-D482565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01  关于我们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02  核心业务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03  项目案例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A39B"/>
                </a:solidFill>
              </a:defRPr>
            </a:pPr>
            <a:r>
              <a:rPr sz="1425" b="0">
                <a:solidFill>
                  <a:srgbClr val="A8A39B"/>
                </a:solidFill>
              </a:rPr>
              <a:t>04  联系我们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f2927d7564f57"/>
          <a:srcRect xmlns:a="http://schemas.openxmlformats.org/drawingml/2006/main" l="28239" t="0" r="28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62000"/>
            <a:ext cx="4038600" cy="5219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485F-83FC-4F52-8D0E-67D57078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9A45D"/>
                </a:solidFill>
              </a:defRPr>
            </a:pPr>
            <a:r>
              <a:rPr sz="1425" b="1">
                <a:solidFill>
                  <a:srgbClr val="C9A45D"/>
                </a:solidFill>
              </a:rPr>
              <a:t>ABOUT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9A45D"/>
                </a:solidFill>
              </a:defRPr>
            </a:pPr>
            <a:r>
              <a:rPr sz="1425" b="1">
                <a:solidFill>
                  <a:srgbClr val="C9A45D"/>
                </a:solidFill>
              </a:rPr>
              <a:t>ABRADI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4E516-8E89-41BA-86F3-7303547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2EEE6"/>
                </a:solidFill>
              </a:defRPr>
            </a:pPr>
            <a:r>
              <a:rPr sz="1275" b="1">
                <a:solidFill>
                  <a:srgbClr val="F2EEE6"/>
                </a:solidFill>
              </a:rPr>
              <a:t>以策略、视觉与制作，服务全球化品牌表达。</a:t>
            </a:r>
          </a:p>
        </p:txBody>
      </p:sp>
    </p:spTree>
    <p:extLst>
      <p:ext uri="{BB962C8B-B14F-4D97-AF65-F5344CB8AC3E}">
        <p14:creationId xmlns:p14="http://schemas.microsoft.com/office/powerpoint/2010/main" val="2036388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BD3FB-2067-42EF-A0AB-D2601F2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3A2F8-2522-4815-9CDC-15245BA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0DC1C-11B1-4FE8-A7F4-C5B1BD9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ABOUT ABRADI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5DA8E-42AD-4EEF-B02A-4CFBE98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深耕数字视觉十年，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服务全球化品牌。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6FDDC-6011-4C84-9364-CBCD8E68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5B37-AC92-432D-9809-BB13CA26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10+ YEARS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EF19D-0917-4C37-B018-2C24D71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数字视觉制作经验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CF30C-6FF1-48D1-9378-0DB313C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3B473-7865-4275-8ED2-529DD406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0F77B-DD8A-4C2D-A6FE-F1429D4B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200+ BRANDS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21FD-BD5C-4A70-92B0-E210B2D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全球品牌服务经验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FB74F-B827-4A93-ABF3-23442750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BF99-EEC2-43E7-A413-131B375A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BD058-163E-46FF-8414-D21F28C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3D +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65F9F-7C1F-43F0-8A7D-3985340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三维动态与 AI 视觉能力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5C7DD-178D-44E5-A65D-BE6EFAE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AC70E-1CB8-4EA4-81F8-FD7E3F6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2CECA-16EF-4B02-8342-3E90796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76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FULL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D5076-82D3-4115-862A-353A61F4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策略、创意、制作与交付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C66C7-99B7-4D12-9031-A317A8BE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63ca312744328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838200"/>
            <a:ext cx="4495800" cy="23431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91627450d4fa4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3543300"/>
            <a:ext cx="4495800" cy="2343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5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B7354-DE20-4445-9EF7-B8F5B08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D922-4EBB-41AC-9E16-920876A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45287-8225-421C-8D5B-18BF2708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2EEE6"/>
                </a:solidFill>
              </a:defRPr>
            </a:pPr>
            <a:r>
              <a:rPr sz="5100" b="1">
                <a:solidFill>
                  <a:srgbClr val="F2EEE6"/>
                </a:solidFill>
              </a:rPr>
              <a:t>WHO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2EEE6"/>
                </a:solidFill>
              </a:defRPr>
            </a:pPr>
            <a:r>
              <a:rPr sz="5100" b="1">
                <a:solidFill>
                  <a:srgbClr val="F2EEE6"/>
                </a:solidFill>
              </a:rPr>
              <a:t>WE 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E4D00-CAD4-4C51-99DB-DCF36EF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EEE6"/>
                </a:solidFill>
              </a:defRPr>
            </a:pPr>
            <a:r>
              <a:rPr sz="2025" b="1">
                <a:solidFill>
                  <a:srgbClr val="F2EEE6"/>
                </a:solidFill>
              </a:rPr>
              <a:t>为全球化品牌，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2EEE6"/>
                </a:solidFill>
              </a:defRPr>
            </a:pPr>
            <a:r>
              <a:rPr sz="2025" b="1">
                <a:solidFill>
                  <a:srgbClr val="F2EEE6"/>
                </a:solidFill>
              </a:rPr>
              <a:t>提供数字视觉解决方案。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6F8EA-66E3-43A2-8803-EBEB0B9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DB840-5C39-4FDA-AF47-F0D581A3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COMPANY 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DB69-61BE-4EC1-8CFD-85F5774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83CC-EC4F-44E2-8618-0532C82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品牌策略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672A7-A518-4D4C-8248-01A4A73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定位梳理 / 创意方向 / 视觉系统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AB6BD-0F9B-4B75-83F8-3242019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CE39C-4768-4A01-9FEE-619CA68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66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AF8E-B9B1-4611-A926-B0C152C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产品叙事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0A2E-89F8-45BF-B2ED-38B6A9E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产品价值 / 场景表达 / 材质细节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F6353-75D0-4EFF-9798-95A2CEF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E5323-A9EC-4DCB-9BFB-D3EAE03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0BDAB-0B79-4A3D-914F-517E3D9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数字视觉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EDA7A-6E8A-43AD-A58B-C0B9E33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三维动态 / 影像制作 / AI视觉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5D51A-3E1C-46D8-9F48-D7CFCCE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742B1-37F3-448B-AB66-EBADF45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14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EEE6"/>
                </a:solidFill>
              </a:defRPr>
            </a:pPr>
            <a:r>
              <a:rPr sz="1800" b="1">
                <a:solidFill>
                  <a:srgbClr val="F2EEE6"/>
                </a:solidFill>
              </a:rPr>
              <a:t>整合交付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D0285-EA20-4E8D-B618-BF3B87C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529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多端适配 / 制作统筹 / 上线支持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99FBF-8DA1-4858-9EE7-54CB2240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0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以策略为起点，以数字视觉为语言，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2EEE6"/>
                </a:solidFill>
              </a:defRPr>
            </a:pPr>
            <a:r>
              <a:rPr sz="1500" b="1">
                <a:solidFill>
                  <a:srgbClr val="F2EEE6"/>
                </a:solidFill>
              </a:rPr>
              <a:t>让产品、空间与品牌价值被准确看见。</a:t>
            </a:r>
          </a:p>
        </p:txBody>
      </p:sp>
    </p:spTree>
    <p:extLst>
      <p:ext uri="{BB962C8B-B14F-4D97-AF65-F5344CB8AC3E}">
        <p14:creationId xmlns:p14="http://schemas.microsoft.com/office/powerpoint/2010/main" val="1122939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BC895-7FB2-4678-AB23-F3531199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BD88F-E7C7-4E70-AA3A-5E8E81C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D1F2D-131D-454C-8D25-5F50936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 / SMART SANITARY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3C28E-7504-4FE6-AD06-AF78D6E3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科技的温度，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需要被看见。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52AB4-8466-4EFC-B4B1-6A838A18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以光感、材质与动态空间，重塑智能卫浴的感官体验。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749d07f7e48a8"/>
          <a:srcRect xmlns:a="http://schemas.openxmlformats.org/drawingml/2006/main" l="0" t="20803" r="0" b="20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762000"/>
            <a:ext cx="5219700" cy="1714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66bedf34943e1"/>
          <a:srcRect xmlns:a="http://schemas.openxmlformats.org/drawingml/2006/main" l="29025" t="0" r="2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2647950"/>
            <a:ext cx="2514600" cy="3371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9001563074c9c"/>
          <a:srcRect xmlns:a="http://schemas.openxmlformats.org/drawingml/2006/main" l="29025" t="0" r="2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647950"/>
            <a:ext cx="2514600" cy="3371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713AB-5B1F-4444-ACD2-6682EB0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TONA / DIGITAL PRODUCT VISUAL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EC840-6F53-4495-9199-8EE294C1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界面、产品、空间，在同一视觉秩序里发生。</a:t>
            </a:r>
          </a:p>
        </p:txBody>
      </p:sp>
    </p:spTree>
    <p:extLst>
      <p:ext uri="{BB962C8B-B14F-4D97-AF65-F5344CB8AC3E}">
        <p14:creationId xmlns:p14="http://schemas.microsoft.com/office/powerpoint/2010/main" val="1227309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A0704-F22D-4471-A84B-A933204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484A6-FCDB-4F04-A46A-03B0A23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4D60-C1EF-436A-80C7-0EF50DA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 / SPACE &amp; LIFESTYLE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34ADA-9DC5-4D08-AEBD-8C81886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空间不是背景，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它是品牌的一部分。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71AA6-BC24-4F7E-9FF3-336F5837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让材质、光线与使用场景共同建立更具沉浸感的高级体验。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6d72f7be84f9e"/>
          <a:srcRect xmlns:a="http://schemas.openxmlformats.org/drawingml/2006/main" l="1142" t="0" r="11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62000"/>
            <a:ext cx="5162550" cy="2971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227f6da724b25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924300"/>
            <a:ext cx="2438400" cy="20574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5afee9d174ae5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3924300"/>
            <a:ext cx="2438400" cy="2057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BFC07-4B65-453B-8638-83F53AD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RESIDENTIAL / RETAIL / PRODUCT 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4C99-7B26-4199-B17F-C2EAE529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以场景制造想象，以细节建立信任。</a:t>
            </a:r>
          </a:p>
        </p:txBody>
      </p:sp>
    </p:spTree>
    <p:extLst>
      <p:ext uri="{BB962C8B-B14F-4D97-AF65-F5344CB8AC3E}">
        <p14:creationId xmlns:p14="http://schemas.microsoft.com/office/powerpoint/2010/main" val="891082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B178D-D08B-4862-8899-A69D69E5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CF11-D6D5-4149-8683-E5E3A17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E7D34-26EB-4231-8CF1-B00A051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 / PRODUCT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B1A1B-AE8D-4FC4-BDEE-6BEA4ED0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细节决定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产品的高级感。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7FCC-A2E7-4B3C-B593-E755A474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用材质、结构与光影，把专业能力转化为可感知的品质。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fd9a08d2b4b5d"/>
          <a:srcRect xmlns:a="http://schemas.openxmlformats.org/drawingml/2006/main" l="20131" t="0" r="20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81050"/>
            <a:ext cx="2609850" cy="24574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5c5adc8d04dd7"/>
          <a:srcRect xmlns:a="http://schemas.openxmlformats.org/drawingml/2006/main" l="21439" t="0" r="21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781050"/>
            <a:ext cx="2495550" cy="24574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76122e3cd4728"/>
          <a:srcRect xmlns:a="http://schemas.openxmlformats.org/drawingml/2006/main" l="0" t="7000" r="0" b="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3429000"/>
            <a:ext cx="5276850" cy="2552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D0B0E-4C52-4377-8ADB-04EAD73D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OBJECT / MATERIAL / 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6269A-F278-4621-AEF7-79DCA43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从一个产品切面，建立完整的感知价值。</a:t>
            </a:r>
          </a:p>
        </p:txBody>
      </p:sp>
    </p:spTree>
    <p:extLst>
      <p:ext uri="{BB962C8B-B14F-4D97-AF65-F5344CB8AC3E}">
        <p14:creationId xmlns:p14="http://schemas.microsoft.com/office/powerpoint/2010/main" val="76999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8EF02-AB55-4D8B-8D6C-334759C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5919-E0C2-44B4-B5B4-F223259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83041-51F3-494E-9BE1-F8BBB810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2EEE6"/>
                </a:solidFill>
              </a:defRPr>
            </a:pPr>
            <a:r>
              <a:rPr sz="3900" b="1">
                <a:solidFill>
                  <a:srgbClr val="F2EEE6"/>
                </a:solidFill>
              </a:rPr>
              <a:t>SELECTED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2EEE6"/>
                </a:solidFill>
              </a:defRPr>
            </a:pPr>
            <a:r>
              <a:rPr sz="3900" b="1">
                <a:solidFill>
                  <a:srgbClr val="F2EEE6"/>
                </a:solidFill>
              </a:rPr>
              <a:t>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ACADD-FA39-4CFF-A4A9-27E116BB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8A39B"/>
                </a:solidFill>
              </a:defRPr>
            </a:pPr>
            <a:r>
              <a:rPr sz="1800" b="1">
                <a:solidFill>
                  <a:srgbClr val="A8A39B"/>
                </a:solidFill>
              </a:rPr>
              <a:t>跨品类的表达，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A8A39B"/>
                </a:solidFill>
              </a:defRPr>
            </a:pPr>
            <a:r>
              <a:rPr sz="1800" b="1">
                <a:solidFill>
                  <a:srgbClr val="A8A39B"/>
                </a:solidFill>
              </a:rPr>
              <a:t>共享同一套完成度。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746AA-D487-445D-AD4A-3686835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388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6DA8B-C6F4-4926-B969-B7B32EE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四种行业场景  /  一种视觉标准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059B3-DD96-4A21-BA6C-04E65EE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空间体验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美妆健康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产品设计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家居美学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F26FB-774D-4A4C-B90C-7E63A9D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SPACE EXPERIENCE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BEAUTY VISUAL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PRODUCT SYSTEM</a:t>
            </a:r>
          </a:p>
          <a:p xmlns:a="http://schemas.openxmlformats.org/drawingml/2006/main">
            <a:pPr algn="l">
              <a:buNone/>
              <a:defRPr sz="900" b="1">
                <a:solidFill>
                  <a:srgbClr val="A8A39B"/>
                </a:solidFill>
              </a:defRPr>
            </a:pPr>
            <a:r>
              <a:rPr sz="900" b="1">
                <a:solidFill>
                  <a:srgbClr val="A8A39B"/>
                </a:solidFill>
              </a:rPr>
              <a:t>HOME AESTHETIC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54418-8D4A-4A49-87E5-1D04B05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429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B892E-188B-4D47-91AC-B58400B9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429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7C70B-8048-4FCD-8186-EC6CE17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CC449-19DC-4DA6-9134-38D13B6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2571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ba99846b44fa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8572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250eb1768446b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8572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32cb6e7634603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8850" y="3638550"/>
            <a:ext cx="2343150" cy="17716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9960d66394ef0"/>
          <a:srcRect xmlns:a="http://schemas.openxmlformats.org/drawingml/2006/main" l="12802" t="0" r="128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638550"/>
            <a:ext cx="2343150" cy="1771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F9675-2850-487B-81DF-64C4CF9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81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01  SPACE / TUBLER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BE7E4-DD85-47F4-B4D8-B8B6969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02  BEAUTY / MESTETIC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8131C-2328-4239-A110-E95A586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62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03  WATER / KOHLER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AAB54-37B8-4B5E-9C67-AB0C1452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626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2EEE6"/>
                </a:solidFill>
              </a:defRPr>
            </a:pPr>
            <a:r>
              <a:rPr sz="900" b="1">
                <a:solidFill>
                  <a:srgbClr val="F2EEE6"/>
                </a:solidFill>
              </a:rPr>
              <a:t>04  HOME / BRILLIANCE</a:t>
            </a:r>
          </a:p>
        </p:txBody>
      </p:sp>
    </p:spTree>
    <p:extLst>
      <p:ext uri="{BB962C8B-B14F-4D97-AF65-F5344CB8AC3E}">
        <p14:creationId xmlns:p14="http://schemas.microsoft.com/office/powerpoint/2010/main" val="983500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12230-A717-4820-B0B3-A1811E95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6F11-5765-4D38-B132-8EFEDD79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38066-C7B0-4A23-9F9C-E592C38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INDUSTRY 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3243B-482E-4EF1-8756-D56D35E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不同赛道，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同一个视觉标准。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2EE8-8672-406E-BB04-E0BEF8FC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以品牌的真实场景为起点，让每一个品类拥有自己的表达方式。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63326-1A3F-430E-A2F4-602F3BB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1FA68-4270-41D1-B32D-0189238D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智能家居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4CDE0-134F-436C-AF1C-DB1EF9D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卫浴 / 厨电 / 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22775-A54E-4A5C-A5AF-C3E5B46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87C69-392C-4467-97BB-5BF3711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05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交通出行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AFCE8-7821-4F8E-B865-13BC4D7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轨交 / 汽车 / 工业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FD2AB-6310-4715-B0EE-266D8F9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139AA-A096-4DA5-8B9C-6009219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美妆健康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9EA72-8A4C-4C28-9083-09E0B2F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护肤 / 医美 / 科技美容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3B324-49F7-4DF9-A846-F246E4F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43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57F6E-AA06-4F40-BBAD-C79283B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05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2EEE6"/>
                </a:solidFill>
              </a:defRPr>
            </a:pPr>
            <a:r>
              <a:rPr sz="1575" b="1">
                <a:solidFill>
                  <a:srgbClr val="F2EEE6"/>
                </a:solidFill>
              </a:rPr>
              <a:t>消费科技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D34BC-D58D-4E2A-AA40-B92703FC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A39B"/>
                </a:solidFill>
              </a:defRPr>
            </a:pPr>
            <a:r>
              <a:rPr sz="1125" b="0">
                <a:solidFill>
                  <a:srgbClr val="A8A39B"/>
                </a:solidFill>
              </a:rPr>
              <a:t>数码 / 硬件 / 新产品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7412a3a274b1c"/>
          <a:srcRect xmlns:a="http://schemas.openxmlformats.org/drawingml/2006/main" l="24954" t="0" r="249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62000"/>
            <a:ext cx="4648200" cy="521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93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8AAC2-DD01-446C-986A-04BE5471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FE906-1980-46BB-A534-5E57E9E0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71E2-00BF-4AE2-9081-CB27A85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RESOURCE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4984F-CF6B-4F0F-8CC4-414A0B04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429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用合适的人，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完成合适的表达。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02B8C-227D-402B-B80B-EB88A93C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由核心创意与项目团队统筹，按项目协同视觉、影像、三维、后期与技术资源。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B4FED-C709-4EAB-988D-797D97B0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EA9A4-E898-47E9-9F21-5766367F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CREATIVE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AAC32-7579-46B5-9A04-971835F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策略 / 概念 / 视觉方向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94615-CD4F-4F31-83FE-A6DDC3B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65376-3B0D-46B3-BFD4-888862FA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57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VISUAL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7D71F-5B0E-4CB7-A190-F308386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三维 / 动态 / AI 视觉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9C09D-6117-44B6-A058-69699F5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084DE-3892-4175-91B6-793D2011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0D086-1008-403C-BF64-877A279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导演 / 摄影 / 剪辑制作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BBD18-07B4-48A9-9BE8-D650682F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719"/>
          </a:solidFill>
          <a:ln xmlns:a="http://schemas.openxmlformats.org/drawingml/2006/main" w="9525">
            <a:solidFill>
              <a:srgbClr val="3435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20959-AD1B-4EE7-A174-74D869B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672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TECH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07D41-3C39-42DE-933F-05F5CD6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244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2EEE6"/>
                </a:solidFill>
              </a:defRPr>
            </a:pPr>
            <a:r>
              <a:rPr sz="1125" b="0">
                <a:solidFill>
                  <a:srgbClr val="F2EEE6"/>
                </a:solidFill>
              </a:rPr>
              <a:t>互动 / 屏幕 / 多端适配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346a7b2c54e2c"/>
          <a:srcRect xmlns:a="http://schemas.openxmlformats.org/drawingml/2006/main" l="26263" t="0" r="262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876300"/>
            <a:ext cx="40195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01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36EB5-E901-4CC8-8DFE-81A548E1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F36D7-0581-493F-AAD3-0C7135D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7BBE4-BBCA-48F0-A505-A92E738E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RAIL TRANSIT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E05F8-1D06-4B0F-9D06-9199133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23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让复杂技术，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拥有未来感的叙事。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AC8FA-331E-42CA-A01B-82743F2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以冷色光线、速度透视与工业结构，建立可感知的科技想象。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1ae21190f4f0e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781050"/>
            <a:ext cx="5238750" cy="29432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1254400b34e7c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914775"/>
            <a:ext cx="5238750" cy="2943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48EB9-58FB-4356-85FA-D7BB379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TRANSPORT VISUAL / DIGITAL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43CA4-D206-4B62-9D94-8370AF64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为技术内容建立一条可进入、可记住的视觉路径。</a:t>
            </a:r>
          </a:p>
        </p:txBody>
      </p:sp>
    </p:spTree>
    <p:extLst>
      <p:ext uri="{BB962C8B-B14F-4D97-AF65-F5344CB8AC3E}">
        <p14:creationId xmlns:p14="http://schemas.microsoft.com/office/powerpoint/2010/main" val="528374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96B45-9651-4E06-80E7-46A5FD3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3B09F-2FA7-4D6D-9246-65EFBCEB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E76DC-3B2F-47E7-ABD9-473F926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BEAUTY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1E16-0411-461C-A79F-35B5716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把功效，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变成一种质感。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5CDD2-C1D9-453C-9C25-1489BAF4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从成分想象到产品氛围，以光影、色彩与材质构建品牌的专业感。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dda9f40f74dd9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781050"/>
            <a:ext cx="5200650" cy="292417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83c86ea9142a6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895725"/>
            <a:ext cx="5200650" cy="2924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C4DE2-0BAB-4E70-966C-2C3E437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BEAUTY / HEALTH / SCIENTIFIC AESTHETICS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7E2E2-0E44-4C65-BFFA-58159A6B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在克制与想象之间，建立可信又有感染力的美学。</a:t>
            </a:r>
          </a:p>
        </p:txBody>
      </p:sp>
    </p:spTree>
    <p:extLst>
      <p:ext uri="{BB962C8B-B14F-4D97-AF65-F5344CB8AC3E}">
        <p14:creationId xmlns:p14="http://schemas.microsoft.com/office/powerpoint/2010/main" val="1687240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7E587-9284-48A8-AC22-717284A8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97831-C732-4216-8F9E-24F843D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DFB7-25CB-4F33-8EC7-DD6B463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CASE STUDY /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F66F-8548-46EA-A29C-86855198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从一个产品，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到一套品牌感知。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B98EC-CFFC-446A-A88A-C25CAA54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A39B"/>
                </a:solidFill>
              </a:defRPr>
            </a:pPr>
            <a:r>
              <a:rPr sz="1275" b="0">
                <a:solidFill>
                  <a:srgbClr val="A8A39B"/>
                </a:solidFill>
              </a:rPr>
              <a:t>让比例、材质和局部细节承载产品价值，而不是被信息淹没。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cdc30c3e4d7f"/>
          <a:srcRect xmlns:a="http://schemas.openxmlformats.org/drawingml/2006/main" l="0" t="23269" r="0" b="23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781050"/>
            <a:ext cx="5257800" cy="15811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d6d6f81554f28"/>
          <a:srcRect xmlns:a="http://schemas.openxmlformats.org/drawingml/2006/main" l="29489" t="0" r="29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533650"/>
            <a:ext cx="2514600" cy="34480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96e1c18ec45df"/>
          <a:srcRect xmlns:a="http://schemas.openxmlformats.org/drawingml/2006/main" l="29489" t="0" r="29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0" y="2533650"/>
            <a:ext cx="2514600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19170-F18F-48AA-B462-68DA0B0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PRODUCT STORYTELLING / MATERIAL DETAIL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3E77F-3016-4474-A65E-CFBA62D7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EEE6"/>
                </a:solidFill>
              </a:defRPr>
            </a:pPr>
            <a:r>
              <a:rPr sz="1200" b="1">
                <a:solidFill>
                  <a:srgbClr val="F2EEE6"/>
                </a:solidFill>
              </a:rPr>
              <a:t>把功能转译成品牌的审美语言。</a:t>
            </a:r>
          </a:p>
        </p:txBody>
      </p:sp>
    </p:spTree>
    <p:extLst>
      <p:ext uri="{BB962C8B-B14F-4D97-AF65-F5344CB8AC3E}">
        <p14:creationId xmlns:p14="http://schemas.microsoft.com/office/powerpoint/2010/main" val="8918419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01337-71BD-46D3-8DED-8BB34A7E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BAA4-BD3C-40C0-A862-498F96D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3641A-0959-4BDD-A537-9DB6AD40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9A45D"/>
                </a:solidFill>
              </a:defRPr>
            </a:pPr>
            <a:r>
              <a:rPr sz="900" b="1">
                <a:solidFill>
                  <a:srgbClr val="C9A45D"/>
                </a:solidFill>
              </a:rPr>
              <a:t>WORKING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7FFFD-8A51-4FB5-9F72-EBA8D35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71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让好创意，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F2EEE6"/>
                </a:solidFill>
              </a:defRPr>
            </a:pPr>
            <a:r>
              <a:rPr sz="3150" b="1">
                <a:solidFill>
                  <a:srgbClr val="F2EEE6"/>
                </a:solidFill>
              </a:rPr>
              <a:t>有一条清晰的落地路径。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36504-D535-47B9-A5CB-789822FA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940CA-51FC-4B1B-8E8D-8FBC1BC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19989-ECB9-472E-83C1-F7FA4DC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目标、受众、场景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0D0DE-2961-4D0B-8838-06818B9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79915-913B-419A-A1C8-0F08F949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6909-61C4-4657-9E27-055DC4E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F7C0C-A133-44D3-8208-AC7D0E1E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策略、概念、风格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82C4A-C1A0-4BE9-B32F-EDDE744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6690A-857B-42C8-8B5C-C9EC360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45EB-766E-434A-B163-8EC21B3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MAKE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B7EEE-6E8F-4075-AC26-6E229F7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制作、打磨、把控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4AF8D-2B4E-4E90-A3C9-1A394C1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A45D"/>
                </a:solidFill>
              </a:defRPr>
            </a:pPr>
            <a:r>
              <a:rPr sz="1650" b="1">
                <a:solidFill>
                  <a:srgbClr val="C9A45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06E4E-EBE1-4155-96A3-F4E6C43B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45D"/>
                </a:solidFill>
              </a:defRPr>
            </a:pPr>
            <a:r>
              <a:rPr sz="975" b="1">
                <a:solidFill>
                  <a:srgbClr val="C9A4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C4B31-2076-4674-9FFB-C6237EDB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9831D-BE74-4B0A-976D-70C423D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71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A39B"/>
                </a:solidFill>
              </a:defRPr>
            </a:pPr>
            <a:r>
              <a:rPr sz="1200" b="0">
                <a:solidFill>
                  <a:srgbClr val="A8A39B"/>
                </a:solidFill>
              </a:rPr>
              <a:t>交付、适配、上线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82AB2-83C3-42A2-B7EB-5F553DB3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4860-418D-4E67-AF42-154233A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2EEE6"/>
                </a:solidFill>
              </a:defRPr>
            </a:pPr>
            <a:r>
              <a:rPr sz="1425" b="1">
                <a:solidFill>
                  <a:srgbClr val="F2EEE6"/>
                </a:solidFill>
              </a:rPr>
              <a:t>全程由项目负责人统筹，关键节点确认，让创意、制作与交付保持同一节奏。</a:t>
            </a:r>
          </a:p>
        </p:txBody>
      </p:sp>
    </p:spTree>
    <p:extLst>
      <p:ext uri="{BB962C8B-B14F-4D97-AF65-F5344CB8AC3E}">
        <p14:creationId xmlns:p14="http://schemas.microsoft.com/office/powerpoint/2010/main" val="16256533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8A18A-7A89-4B69-AC31-17A118E8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ABRADI  / 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98CE5-9BE2-4755-B5F3-DE0133B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8A39B"/>
                </a:solidFill>
              </a:defRPr>
            </a:pPr>
            <a:r>
              <a:rPr sz="825" b="1">
                <a:solidFill>
                  <a:srgbClr val="A8A39B"/>
                </a:solidFill>
              </a:rPr>
              <a:t>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b1a40fd7a4912"/>
          <a:srcRect xmlns:a="http://schemas.openxmlformats.org/drawingml/2006/main" l="27109" t="0" r="271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0"/>
            <a:ext cx="55816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18683-8FA8-4AE6-9B45-00346DFC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667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2EEE6"/>
                </a:solidFill>
              </a:defRPr>
            </a:pPr>
            <a:r>
              <a:rPr sz="3675" b="1">
                <a:solidFill>
                  <a:srgbClr val="F2EEE6"/>
                </a:solidFill>
              </a:rPr>
              <a:t>把下一次表达，</a:t>
            </a:r>
          </a:p>
          <a:p xmlns:a="http://schemas.openxmlformats.org/drawingml/2006/main">
            <a:pPr algn="l">
              <a:buNone/>
              <a:defRPr sz="3675" b="1">
                <a:solidFill>
                  <a:srgbClr val="F2EEE6"/>
                </a:solidFill>
              </a:defRPr>
            </a:pPr>
            <a:r>
              <a:rPr sz="3675" b="1">
                <a:solidFill>
                  <a:srgbClr val="F2EEE6"/>
                </a:solidFill>
              </a:rPr>
              <a:t>做成下一次记住。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9C3B3-72B7-4C5B-B819-9F8DE317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84F8A-004A-4B35-A706-73FDD837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A45D"/>
                </a:solidFill>
              </a:defRPr>
            </a:pPr>
            <a:r>
              <a:rPr sz="1350" b="1">
                <a:solidFill>
                  <a:srgbClr val="C9A45D"/>
                </a:solidFill>
              </a:rPr>
              <a:t>上海阿布拉迪广告有限公司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075FC-C2E0-404D-9237-428EB1EB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9A45D"/>
                </a:solidFill>
              </a:defRPr>
            </a:pPr>
            <a:r>
              <a:rPr sz="825" b="1">
                <a:solidFill>
                  <a:srgbClr val="C9A45D"/>
                </a:solidFill>
              </a:rPr>
              <a:t>电话  /  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7640C-6526-41D0-B392-3714B3E9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A39B"/>
                </a:solidFill>
              </a:defRPr>
            </a:pPr>
            <a:r>
              <a:rPr sz="1350" b="0">
                <a:solidFill>
                  <a:srgbClr val="A8A39B"/>
                </a:solidFill>
              </a:rPr>
              <a:t>150 0183 4029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81150-0143-4DD7-844A-EE4AFF2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9A45D"/>
                </a:solidFill>
              </a:defRPr>
            </a:pPr>
            <a:r>
              <a:rPr sz="825" b="1">
                <a:solidFill>
                  <a:srgbClr val="C9A45D"/>
                </a:solidFill>
              </a:rPr>
              <a:t>邮箱  /  EMAIL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21581-8565-4671-9597-71EDA11B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A39B"/>
                </a:solidFill>
              </a:defRPr>
            </a:pPr>
            <a:r>
              <a:rPr sz="1350" b="0">
                <a:solidFill>
                  <a:srgbClr val="A8A39B"/>
                </a:solidFill>
              </a:rPr>
              <a:t>abld@abuladi.cn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DC284-333C-41A4-BFFC-40B80CA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3295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535D2-4072-4AE8-BBC8-270A64AF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E0D87-1B82-4EAE-B40C-85611538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576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8A39B"/>
                </a:solidFill>
              </a:defRPr>
            </a:pPr>
            <a:r>
              <a:rPr sz="750" b="1">
                <a:solidFill>
                  <a:srgbClr val="A8A39B"/>
                </a:solidFill>
              </a:rPr>
              <a:t>ABRADI / VISUAL CREATIVE PARTNER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E7794-5231-4EE3-901F-378C9D61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71925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MAKE THE NEXT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2EEE6"/>
                </a:solidFill>
              </a:defRPr>
            </a:pPr>
            <a:r>
              <a:rPr sz="1650" b="1">
                <a:solidFill>
                  <a:srgbClr val="F2EEE6"/>
                </a:solidFill>
              </a:rPr>
              <a:t>IMPRESSION LAST.</a:t>
            </a:r>
          </a:p>
        </p:txBody>
      </p:sp>
    </p:spTree>
    <p:extLst>
      <p:ext uri="{BB962C8B-B14F-4D97-AF65-F5344CB8AC3E}">
        <p14:creationId xmlns:p14="http://schemas.microsoft.com/office/powerpoint/2010/main" val="255998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2026-07-16T02:57:42.6240000Z</dcterms:created>
  <dcterms:modified xsi:type="dcterms:W3CDTF">2026-07-16T02:57:42.6240000Z</dcterms:modified>
</coreProperties>
</file>